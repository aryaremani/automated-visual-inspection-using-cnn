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4"/>
    <p:sldMasterId id="214748374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anrope Light"/>
      <p:regular r:id="rId18"/>
      <p:bold r:id="rId19"/>
    </p:embeddedFont>
    <p:embeddedFont>
      <p:font typeface="Anton"/>
      <p:regular r:id="rId20"/>
    </p:embeddedFont>
    <p:embeddedFont>
      <p:font typeface="Manrope SemiBold"/>
      <p:regular r:id="rId21"/>
      <p:bold r:id="rId22"/>
    </p:embeddedFont>
    <p:embeddedFont>
      <p:font typeface="Instrument Sans Medium"/>
      <p:regular r:id="rId23"/>
      <p:bold r:id="rId24"/>
      <p:italic r:id="rId25"/>
      <p:boldItalic r:id="rId26"/>
    </p:embeddedFont>
    <p:embeddedFont>
      <p:font typeface="Instrument Sans SemiBold"/>
      <p:regular r:id="rId27"/>
      <p:bold r:id="rId28"/>
      <p:italic r:id="rId29"/>
      <p:boldItalic r:id="rId30"/>
    </p:embeddedFont>
    <p:embeddedFont>
      <p:font typeface="Manrope"/>
      <p:regular r:id="rId31"/>
      <p:bold r:id="rId32"/>
    </p:embeddedFont>
    <p:embeddedFont>
      <p:font typeface="Outfit"/>
      <p:regular r:id="rId33"/>
      <p:bold r:id="rId34"/>
    </p:embeddedFont>
    <p:embeddedFont>
      <p:font typeface="Instrument Sans"/>
      <p:regular r:id="rId35"/>
      <p:bold r:id="rId36"/>
      <p:italic r:id="rId37"/>
      <p:boldItalic r:id="rId38"/>
    </p:embeddedFont>
    <p:embeddedFont>
      <p:font typeface="Manrope ExtraBold"/>
      <p:bold r:id="rId39"/>
    </p:embeddedFont>
    <p:embeddedFont>
      <p:font typeface="Manrope Medium"/>
      <p:regular r:id="rId40"/>
      <p:bold r:id="rId41"/>
    </p:embeddedFont>
    <p:embeddedFont>
      <p:font typeface="Outfit SemiBol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ropeMedium-regular.fntdata"/><Relationship Id="rId42" Type="http://schemas.openxmlformats.org/officeDocument/2006/relationships/font" Target="fonts/OutfitSemiBold-regular.fntdata"/><Relationship Id="rId41" Type="http://schemas.openxmlformats.org/officeDocument/2006/relationships/font" Target="fonts/ManropeMedium-bold.fntdata"/><Relationship Id="rId43" Type="http://schemas.openxmlformats.org/officeDocument/2006/relationships/font" Target="fonts/Outfi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nrope-regular.fntdata"/><Relationship Id="rId30" Type="http://schemas.openxmlformats.org/officeDocument/2006/relationships/font" Target="fonts/InstrumentSansSemiBold-boldItalic.fntdata"/><Relationship Id="rId33" Type="http://schemas.openxmlformats.org/officeDocument/2006/relationships/font" Target="fonts/Outfit-regular.fntdata"/><Relationship Id="rId32" Type="http://schemas.openxmlformats.org/officeDocument/2006/relationships/font" Target="fonts/Manrope-bold.fntdata"/><Relationship Id="rId35" Type="http://schemas.openxmlformats.org/officeDocument/2006/relationships/font" Target="fonts/InstrumentSans-regular.fntdata"/><Relationship Id="rId34" Type="http://schemas.openxmlformats.org/officeDocument/2006/relationships/font" Target="fonts/Outfit-bold.fntdata"/><Relationship Id="rId37" Type="http://schemas.openxmlformats.org/officeDocument/2006/relationships/font" Target="fonts/InstrumentSans-italic.fntdata"/><Relationship Id="rId36" Type="http://schemas.openxmlformats.org/officeDocument/2006/relationships/font" Target="fonts/InstrumentSans-bold.fntdata"/><Relationship Id="rId39" Type="http://schemas.openxmlformats.org/officeDocument/2006/relationships/font" Target="fonts/ManropeExtraBold-bold.fntdata"/><Relationship Id="rId38" Type="http://schemas.openxmlformats.org/officeDocument/2006/relationships/font" Target="fonts/InstrumentSans-boldItalic.fntdata"/><Relationship Id="rId20" Type="http://schemas.openxmlformats.org/officeDocument/2006/relationships/font" Target="fonts/Anton-regular.fntdata"/><Relationship Id="rId22" Type="http://schemas.openxmlformats.org/officeDocument/2006/relationships/font" Target="fonts/ManropeSemiBold-bold.fntdata"/><Relationship Id="rId21" Type="http://schemas.openxmlformats.org/officeDocument/2006/relationships/font" Target="fonts/ManropeSemiBold-regular.fntdata"/><Relationship Id="rId24" Type="http://schemas.openxmlformats.org/officeDocument/2006/relationships/font" Target="fonts/InstrumentSansMedium-bold.fntdata"/><Relationship Id="rId23" Type="http://schemas.openxmlformats.org/officeDocument/2006/relationships/font" Target="fonts/InstrumentSansMedium-regular.fntdata"/><Relationship Id="rId26" Type="http://schemas.openxmlformats.org/officeDocument/2006/relationships/font" Target="fonts/InstrumentSansMedium-boldItalic.fntdata"/><Relationship Id="rId25" Type="http://schemas.openxmlformats.org/officeDocument/2006/relationships/font" Target="fonts/InstrumentSansMedium-italic.fntdata"/><Relationship Id="rId28" Type="http://schemas.openxmlformats.org/officeDocument/2006/relationships/font" Target="fonts/InstrumentSansSemiBold-bold.fntdata"/><Relationship Id="rId27" Type="http://schemas.openxmlformats.org/officeDocument/2006/relationships/font" Target="fonts/InstrumentSansSemiBold-regular.fntdata"/><Relationship Id="rId29" Type="http://schemas.openxmlformats.org/officeDocument/2006/relationships/font" Target="fonts/InstrumentSa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anropeLight-bold.fntdata"/><Relationship Id="rId18" Type="http://schemas.openxmlformats.org/officeDocument/2006/relationships/font" Target="fonts/Manrope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3e02714d8fe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3e02714d8fe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e02714d8fe_0_1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3e02714d8fe_0_1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3e02714d8fe_0_1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3e02714d8fe_0_1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3e02714d8fe_0_1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3e02714d8fe_0_1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e02714d8fe_0_1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3e02714d8fe_0_1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3e02714d8fe_0_2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3e02714d8fe_0_2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e02714d8fe_0_2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3e02714d8fe_0_2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e02714d8fe_0_2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3e02714d8fe_0_2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e02714d8fe_0_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3e02714d8fe_0_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3e02714d8fe_0_2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3e02714d8fe_0_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e02714d8fe_0_2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3e02714d8fe_0_2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" name="Google Shape;10;p2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" name="Google Shape;24;p4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6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2" name="Google Shape;32;p6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" name="Google Shape;36;p7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7" name="Google Shape;37;p7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8" name="Google Shape;38;p7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9" name="Google Shape;39;p7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0" name="Google Shape;40;p7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1" name="Google Shape;41;p7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" name="Google Shape;42;p7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3" name="Google Shape;43;p7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4" name="Google Shape;54;p8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8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" name="Google Shape;56;p8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" name="Google Shape;57;p8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" name="Google Shape;58;p8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" name="Google Shape;59;p8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" name="Google Shape;60;p8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8" name="Google Shape;68;p9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9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0" name="Google Shape;70;p9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1" name="Google Shape;71;p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2" name="Google Shape;72;p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0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80" name="Google Shape;80;p10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" name="Google Shape;85;p11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" name="Google Shape;86;p11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7" name="Google Shape;87;p11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11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0" name="Google Shape;90;p11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91" name="Google Shape;91;p11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5" name="Google Shape;95;p12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7" name="Google Shape;97;p12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1" name="Google Shape;101;p1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02" name="Google Shape;102;p1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" name="Google Shape;105;p13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" name="Google Shape;106;p13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7" name="Google Shape;107;p13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08" name="Google Shape;108;p13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0" name="Google Shape;110;p13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2" name="Google Shape;112;p13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3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13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1" name="Google Shape;121;p14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22" name="Google Shape;122;p14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23" name="Google Shape;123;p14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" name="Google Shape;125;p14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4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4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4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9" name="Google Shape;129;p14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2" name="Google Shape;132;p15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3" name="Google Shape;133;p15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4" name="Google Shape;134;p15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5" name="Google Shape;135;p15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6" name="Google Shape;136;p15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7" name="Google Shape;137;p15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38" name="Google Shape;138;p15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9" name="Google Shape;139;p15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0" name="Google Shape;140;p15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1" name="Google Shape;141;p15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2" name="Google Shape;142;p15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3" name="Google Shape;143;p15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4" name="Google Shape;144;p15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5" name="Google Shape;145;p15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9" name="Google Shape;149;p16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57" name="Google Shape;157;p16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8" name="Google Shape;158;p16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2" name="Google Shape;162;p17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3" name="Google Shape;163;p17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17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5" name="Google Shape;165;p17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17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7" name="Google Shape;167;p17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17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9" name="Google Shape;169;p17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0" name="Google Shape;170;p17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1" name="Google Shape;171;p17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2" name="Google Shape;172;p17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4" name="Google Shape;174;p17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18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18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0" name="Google Shape;180;p18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2" name="Google Shape;182;p18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3" name="Google Shape;183;p18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4" name="Google Shape;184;p18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5" name="Google Shape;185;p18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186" name="Google Shape;186;p1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87" name="Google Shape;187;p1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1" name="Google Shape;191;p19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2" name="Google Shape;192;p19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19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19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6" name="Google Shape;196;p19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7" name="Google Shape;197;p19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19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1" name="Google Shape;201;p19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3" name="Google Shape;203;p19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9" name="Google Shape;209;p20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0" name="Google Shape;210;p20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1" name="Google Shape;211;p20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3" name="Google Shape;213;p20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14" name="Google Shape;214;p20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5" name="Google Shape;215;p20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9" name="Google Shape;219;p21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1" name="Google Shape;221;p21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4" name="Google Shape;224;p21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2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2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5" name="Google Shape;235;p22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23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9" name="Google Shape;239;p23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23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1" name="Google Shape;241;p23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2" name="Google Shape;242;p23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3" name="Google Shape;243;p23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4" name="Google Shape;244;p23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5" name="Google Shape;245;p23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6" name="Google Shape;246;p23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7" name="Google Shape;247;p23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0" name="Google Shape;250;p24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1" name="Google Shape;251;p24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2" name="Google Shape;252;p24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4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4" name="Google Shape;254;p24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5" name="Google Shape;255;p24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56" name="Google Shape;256;p24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7" name="Google Shape;257;p24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8" name="Google Shape;258;p24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9" name="Google Shape;259;p24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0" name="Google Shape;260;p24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1" name="Google Shape;261;p24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264" name="Google Shape;264;p25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25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25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25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25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25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6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6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6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6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26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26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26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26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26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6" name="Google Shape;286;p27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287" name="Google Shape;287;p27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8" name="Google Shape;288;p27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27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1" name="Google Shape;291;p27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27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7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4" name="Google Shape;294;p27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27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8" name="Google Shape;298;p28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2" name="Google Shape;302;p28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7" name="Google Shape;307;p28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8" name="Google Shape;308;p28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9" name="Google Shape;309;p28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0" name="Google Shape;310;p28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1" name="Google Shape;311;p28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2" name="Google Shape;312;p28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3" name="Google Shape;313;p28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6" name="Google Shape;3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0" name="Google Shape;3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5" name="Google Shape;33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6" name="Google Shape;33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1" name="Google Shape;34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45" name="Google Shape;345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3" name="Google Shape;353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7" name="Google Shape;357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4" name="Google Shape;364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5" name="Google Shape;365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5" name="Google Shape;375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1" name="Google Shape;381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7" name="Google Shape;3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8" name="Google Shape;388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9" name="Google Shape;389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5" name="Google Shape;395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7" name="Google Shape;3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8" name="Google Shape;398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9" name="Google Shape;399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0" name="Google Shape;400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11" name="Google Shape;411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51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419" name="Google Shape;419;p51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420" name="Google Shape;420;p51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1" name="Google Shape;421;p51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2" name="Google Shape;422;p51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3" name="Google Shape;423;p51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4" name="Google Shape;424;p51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51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51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51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51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9" name="Google Shape;429;p51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51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51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2" name="Google Shape;432;p51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3" name="Google Shape;433;p51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51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51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51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51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8" name="Google Shape;438;p51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9" name="Google Shape;439;p51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0" name="Google Shape;440;p51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1" name="Google Shape;441;p51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42" name="Google Shape;442;p51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443" name="Google Shape;443;p51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4" name="Google Shape;444;p51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5" name="Google Shape;445;p51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6" name="Google Shape;446;p51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7" name="Google Shape;447;p51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" name="Google Shape;448;p51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9" name="Google Shape;449;p51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0" name="Google Shape;450;p51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1" name="Google Shape;451;p51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2" name="Google Shape;452;p51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3" name="Google Shape;453;p51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4" name="Google Shape;454;p51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5" name="Google Shape;455;p51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6" name="Google Shape;456;p51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7" name="Google Shape;457;p51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8" name="Google Shape;458;p51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9" name="Google Shape;459;p51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0" name="Google Shape;460;p51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1" name="Google Shape;461;p51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2" name="Google Shape;462;p51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3" name="Google Shape;463;p51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4" name="Google Shape;464;p51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65" name="Google Shape;465;p51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466" name="Google Shape;466;p51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7" name="Google Shape;467;p51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8" name="Google Shape;468;p51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9" name="Google Shape;469;p51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0" name="Google Shape;470;p51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1" name="Google Shape;471;p51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2" name="Google Shape;472;p51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3" name="Google Shape;473;p51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4" name="Google Shape;474;p51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5" name="Google Shape;475;p51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6" name="Google Shape;476;p51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7" name="Google Shape;477;p51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8" name="Google Shape;478;p51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9" name="Google Shape;479;p51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0" name="Google Shape;480;p51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1" name="Google Shape;481;p51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2" name="Google Shape;482;p51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3" name="Google Shape;483;p51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4" name="Google Shape;484;p51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5" name="Google Shape;485;p51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6" name="Google Shape;486;p51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7" name="Google Shape;487;p51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88" name="Google Shape;488;p51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489" name="Google Shape;489;p51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0" name="Google Shape;490;p51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1" name="Google Shape;491;p51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2" name="Google Shape;492;p51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3" name="Google Shape;493;p51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51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51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51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51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51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9" name="Google Shape;499;p51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51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p51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p51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3" name="Google Shape;503;p51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51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51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51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51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51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51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51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11" name="Google Shape;511;p51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51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513" name="Google Shape;513;p51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514" name="Google Shape;514;p51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515" name="Google Shape;515;p51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2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8" name="Google Shape;518;p52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52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20" name="Google Shape;520;p52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3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523" name="Google Shape;523;p53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524" name="Google Shape;524;p53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5" name="Google Shape;525;p53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6" name="Google Shape;526;p53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7" name="Google Shape;527;p53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8" name="Google Shape;528;p53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9" name="Google Shape;529;p53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0" name="Google Shape;530;p53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1" name="Google Shape;531;p53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2" name="Google Shape;532;p53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33" name="Google Shape;533;p53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53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53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6" name="Google Shape;536;p53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7" name="Google Shape;537;p53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5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540" name="Google Shape;540;p5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5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5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5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5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5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6" name="Google Shape;546;p5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7" name="Google Shape;547;p5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8" name="Google Shape;548;p5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49" name="Google Shape;549;p5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0" name="Google Shape;550;p54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551" name="Google Shape;551;p54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552" name="Google Shape;552;p5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553" name="Google Shape;553;p5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54" name="Google Shape;554;p5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55" name="Google Shape;555;p5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56" name="Google Shape;556;p5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557" name="Google Shape;557;p5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58" name="Google Shape;558;p5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59" name="Google Shape;559;p5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60" name="Google Shape;560;p5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561" name="Google Shape;561;p5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62" name="Google Shape;562;p5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63" name="Google Shape;563;p5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64" name="Google Shape;564;p5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565" name="Google Shape;565;p5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66" name="Google Shape;566;p5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567" name="Google Shape;567;p5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568" name="Google Shape;568;p5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69" name="Google Shape;569;p54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70" name="Google Shape;570;p54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71" name="Google Shape;571;p54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72" name="Google Shape;572;p54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73" name="Google Shape;573;p54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74" name="Google Shape;574;p54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75" name="Google Shape;575;p54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76" name="Google Shape;576;p54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77" name="Google Shape;577;p54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0" name="Google Shape;580;p55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81" name="Google Shape;581;p55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2" name="Google Shape;582;p55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83" name="Google Shape;583;p55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84" name="Google Shape;584;p5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5" name="Google Shape;585;p5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6" name="Google Shape;586;p5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7" name="Google Shape;587;p5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88" name="Google Shape;588;p5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p5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55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1" name="Google Shape;591;p55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5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594" name="Google Shape;594;p5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5" name="Google Shape;595;p5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6" name="Google Shape;596;p5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7" name="Google Shape;597;p5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5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9" name="Google Shape;599;p5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0" name="Google Shape;600;p5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1" name="Google Shape;601;p5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2" name="Google Shape;602;p5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03" name="Google Shape;603;p5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4" name="Google Shape;604;p56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05" name="Google Shape;605;p56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06" name="Google Shape;606;p5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07" name="Google Shape;607;p5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8" name="Google Shape;608;p5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9" name="Google Shape;609;p5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10" name="Google Shape;610;p5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11" name="Google Shape;611;p5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2" name="Google Shape;612;p5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3" name="Google Shape;613;p5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14" name="Google Shape;614;p5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15" name="Google Shape;615;p5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6" name="Google Shape;616;p5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17" name="Google Shape;617;p5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18" name="Google Shape;618;p5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19" name="Google Shape;619;p5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20" name="Google Shape;620;p5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21" name="Google Shape;621;p5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22" name="Google Shape;622;p56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623" name="Google Shape;623;p56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624" name="Google Shape;624;p56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625" name="Google Shape;625;p56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56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56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628" name="Google Shape;628;p56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56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56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7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33" name="Google Shape;633;p57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4" name="Google Shape;634;p57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35" name="Google Shape;635;p57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6" name="Google Shape;636;p57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637" name="Google Shape;637;p57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8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0" name="Google Shape;640;p58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8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2" name="Google Shape;642;p58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43" name="Google Shape;643;p58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9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6" name="Google Shape;646;p59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59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8" name="Google Shape;648;p59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649" name="Google Shape;649;p59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0" name="Google Shape;650;p59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60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653" name="Google Shape;653;p60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4" name="Google Shape;654;p60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5" name="Google Shape;655;p60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6" name="Google Shape;656;p60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7" name="Google Shape;657;p60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8" name="Google Shape;658;p60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9" name="Google Shape;659;p60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0" name="Google Shape;660;p60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1" name="Google Shape;661;p60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62" name="Google Shape;662;p60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3" name="Google Shape;663;p60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64" name="Google Shape;664;p60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65" name="Google Shape;665;p60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66" name="Google Shape;666;p6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67" name="Google Shape;667;p6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68" name="Google Shape;668;p6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69" name="Google Shape;669;p60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70" name="Google Shape;670;p6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1" name="Google Shape;671;p6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2" name="Google Shape;672;p6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3" name="Google Shape;673;p60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74" name="Google Shape;674;p6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5" name="Google Shape;675;p6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6" name="Google Shape;676;p6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77" name="Google Shape;677;p60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78" name="Google Shape;678;p6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79" name="Google Shape;679;p6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80" name="Google Shape;680;p60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81" name="Google Shape;681;p60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2" name="Google Shape;682;p60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1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685" name="Google Shape;685;p61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686" name="Google Shape;686;p61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687" name="Google Shape;687;p61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88" name="Google Shape;688;p61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689" name="Google Shape;689;p61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690" name="Google Shape;690;p61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691" name="Google Shape;691;p61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692" name="Google Shape;692;p61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693" name="Google Shape;693;p61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694" name="Google Shape;694;p61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695" name="Google Shape;695;p61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2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8" name="Google Shape;698;p62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99" name="Google Shape;699;p62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0" name="Google Shape;700;p62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01" name="Google Shape;701;p62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2" name="Google Shape;702;p62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3" name="Google Shape;703;p62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4" name="Google Shape;704;p62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05" name="Google Shape;705;p62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62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62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oogle Shape;709;p63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710" name="Google Shape;710;p63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711" name="Google Shape;711;p6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2" name="Google Shape;712;p6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3" name="Google Shape;713;p6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4" name="Google Shape;714;p6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5" name="Google Shape;715;p6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6" name="Google Shape;716;p6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7" name="Google Shape;717;p6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8" name="Google Shape;718;p6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9" name="Google Shape;719;p6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0" name="Google Shape;720;p6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1" name="Google Shape;721;p6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2" name="Google Shape;722;p6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3" name="Google Shape;723;p6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4" name="Google Shape;724;p6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5" name="Google Shape;725;p6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6" name="Google Shape;726;p6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7" name="Google Shape;727;p6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8" name="Google Shape;728;p6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9" name="Google Shape;729;p6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0" name="Google Shape;730;p6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1" name="Google Shape;731;p6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2" name="Google Shape;732;p6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33" name="Google Shape;733;p63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34" name="Google Shape;734;p6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5" name="Google Shape;735;p6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6" name="Google Shape;736;p6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7" name="Google Shape;737;p6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8" name="Google Shape;738;p6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9" name="Google Shape;739;p6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0" name="Google Shape;740;p6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1" name="Google Shape;741;p6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6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3" name="Google Shape;743;p6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4" name="Google Shape;744;p6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5" name="Google Shape;745;p6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6" name="Google Shape;746;p6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7" name="Google Shape;747;p6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8" name="Google Shape;748;p6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9" name="Google Shape;749;p6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0" name="Google Shape;750;p6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1" name="Google Shape;751;p6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2" name="Google Shape;752;p6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6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6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5" name="Google Shape;755;p6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56" name="Google Shape;756;p63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757" name="Google Shape;757;p6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8" name="Google Shape;758;p6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9" name="Google Shape;759;p6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0" name="Google Shape;760;p6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1" name="Google Shape;761;p6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2" name="Google Shape;762;p6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3" name="Google Shape;763;p6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4" name="Google Shape;764;p6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5" name="Google Shape;765;p6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6" name="Google Shape;766;p6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p6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6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6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6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6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6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3" name="Google Shape;773;p6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4" name="Google Shape;774;p6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5" name="Google Shape;775;p6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6" name="Google Shape;776;p6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7" name="Google Shape;777;p6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8" name="Google Shape;778;p6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9" name="Google Shape;779;p63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80" name="Google Shape;780;p6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" name="Google Shape;781;p6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2" name="Google Shape;782;p6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3" name="Google Shape;783;p6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4" name="Google Shape;784;p6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5" name="Google Shape;785;p6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p6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7" name="Google Shape;787;p6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8" name="Google Shape;788;p6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6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0" name="Google Shape;790;p6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6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6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6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" name="Google Shape;794;p6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" name="Google Shape;795;p6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6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6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6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9" name="Google Shape;799;p6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0" name="Google Shape;800;p6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1" name="Google Shape;801;p6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802" name="Google Shape;802;p63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803" name="Google Shape;803;p63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4" name="Google Shape;804;p63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805" name="Google Shape;805;p63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7" name="Google Shape;807;p64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808" name="Google Shape;808;p64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9" name="Google Shape;809;p64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0" name="Google Shape;810;p64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1" name="Google Shape;811;p64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2" name="Google Shape;812;p64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3" name="Google Shape;813;p64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4" name="Google Shape;814;p64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5" name="Google Shape;815;p64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6" name="Google Shape;816;p64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7" name="Google Shape;817;p64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8" name="Google Shape;818;p64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19" name="Google Shape;819;p64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820" name="Google Shape;820;p64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821" name="Google Shape;821;p64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822" name="Google Shape;822;p64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23" name="Google Shape;823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4" name="Google Shape;824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25" name="Google Shape;825;p64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26" name="Google Shape;826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7" name="Google Shape;827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28" name="Google Shape;828;p64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29" name="Google Shape;829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0" name="Google Shape;830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31" name="Google Shape;831;p64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832" name="Google Shape;832;p64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33" name="Google Shape;833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4" name="Google Shape;834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35" name="Google Shape;835;p64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36" name="Google Shape;836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37" name="Google Shape;837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38" name="Google Shape;838;p64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39" name="Google Shape;839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0" name="Google Shape;840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41" name="Google Shape;841;p64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842" name="Google Shape;842;p64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43" name="Google Shape;843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4" name="Google Shape;844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45" name="Google Shape;845;p64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46" name="Google Shape;846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47" name="Google Shape;847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48" name="Google Shape;848;p64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49" name="Google Shape;849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50" name="Google Shape;850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51" name="Google Shape;851;p64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852" name="Google Shape;852;p64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53" name="Google Shape;853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54" name="Google Shape;854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55" name="Google Shape;855;p64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56" name="Google Shape;856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57" name="Google Shape;857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858" name="Google Shape;858;p64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859" name="Google Shape;859;p64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860" name="Google Shape;860;p64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861" name="Google Shape;861;p64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62" name="Google Shape;862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3" name="Google Shape;863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64" name="Google Shape;864;p64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65" name="Google Shape;865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6" name="Google Shape;866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67" name="Google Shape;867;p64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68" name="Google Shape;868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69" name="Google Shape;869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70" name="Google Shape;870;p64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871" name="Google Shape;871;p64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72" name="Google Shape;872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3" name="Google Shape;873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74" name="Google Shape;874;p64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75" name="Google Shape;875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6" name="Google Shape;876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77" name="Google Shape;877;p64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78" name="Google Shape;878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79" name="Google Shape;879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80" name="Google Shape;880;p64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881" name="Google Shape;881;p64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82" name="Google Shape;882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3" name="Google Shape;883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84" name="Google Shape;884;p64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85" name="Google Shape;885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6" name="Google Shape;886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87" name="Google Shape;887;p64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88" name="Google Shape;888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89" name="Google Shape;889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90" name="Google Shape;890;p64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891" name="Google Shape;891;p64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92" name="Google Shape;892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93" name="Google Shape;893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94" name="Google Shape;894;p64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95" name="Google Shape;895;p64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96" name="Google Shape;896;p64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897" name="Google Shape;897;p64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98" name="Google Shape;898;p64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900;p65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901" name="Google Shape;901;p65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902" name="Google Shape;902;p6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3" name="Google Shape;903;p6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4" name="Google Shape;904;p6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5" name="Google Shape;905;p6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6" name="Google Shape;906;p6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7" name="Google Shape;907;p6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" name="Google Shape;908;p6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" name="Google Shape;909;p6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0" name="Google Shape;910;p6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1" name="Google Shape;911;p6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2" name="Google Shape;912;p6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3" name="Google Shape;913;p6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4" name="Google Shape;914;p6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5" name="Google Shape;915;p6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6" name="Google Shape;916;p6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7" name="Google Shape;917;p6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8" name="Google Shape;918;p6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9" name="Google Shape;919;p6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0" name="Google Shape;920;p6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" name="Google Shape;921;p6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" name="Google Shape;922;p6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3" name="Google Shape;923;p6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24" name="Google Shape;924;p65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925" name="Google Shape;925;p6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6" name="Google Shape;926;p6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7" name="Google Shape;927;p6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8" name="Google Shape;928;p6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9" name="Google Shape;929;p6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0" name="Google Shape;930;p6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1" name="Google Shape;931;p6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2" name="Google Shape;932;p6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3" name="Google Shape;933;p6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4" name="Google Shape;934;p6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5" name="Google Shape;935;p6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6" name="Google Shape;936;p6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7" name="Google Shape;937;p6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8" name="Google Shape;938;p6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9" name="Google Shape;939;p6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0" name="Google Shape;940;p6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1" name="Google Shape;941;p6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2" name="Google Shape;942;p6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3" name="Google Shape;943;p6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4" name="Google Shape;944;p6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5" name="Google Shape;945;p6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6" name="Google Shape;946;p6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47" name="Google Shape;947;p65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948" name="Google Shape;948;p6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9" name="Google Shape;949;p6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0" name="Google Shape;950;p6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1" name="Google Shape;951;p6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2" name="Google Shape;952;p6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3" name="Google Shape;953;p6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4" name="Google Shape;954;p6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5" name="Google Shape;955;p6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6" name="Google Shape;956;p6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7" name="Google Shape;957;p6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8" name="Google Shape;958;p6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9" name="Google Shape;959;p6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0" name="Google Shape;960;p6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1" name="Google Shape;961;p6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2" name="Google Shape;962;p6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3" name="Google Shape;963;p6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4" name="Google Shape;964;p6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5" name="Google Shape;965;p6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6" name="Google Shape;966;p6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7" name="Google Shape;967;p6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8" name="Google Shape;968;p6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9" name="Google Shape;969;p6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70" name="Google Shape;970;p65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971" name="Google Shape;971;p6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2" name="Google Shape;972;p6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3" name="Google Shape;973;p6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4" name="Google Shape;974;p6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5" name="Google Shape;975;p6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6" name="Google Shape;976;p6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7" name="Google Shape;977;p6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8" name="Google Shape;978;p6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9" name="Google Shape;979;p6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0" name="Google Shape;980;p6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1" name="Google Shape;981;p6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2" name="Google Shape;982;p6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3" name="Google Shape;983;p6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4" name="Google Shape;984;p6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5" name="Google Shape;985;p6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6" name="Google Shape;986;p6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7" name="Google Shape;987;p6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8" name="Google Shape;988;p6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9" name="Google Shape;989;p6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6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6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2" name="Google Shape;992;p6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993" name="Google Shape;993;p65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94" name="Google Shape;994;p65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5" name="Google Shape;995;p65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6" name="Google Shape;996;p65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97" name="Google Shape;997;p65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8" name="Google Shape;998;p65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9" name="Google Shape;999;p65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000" name="Google Shape;1000;p65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1" name="Google Shape;1001;p65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2" name="Google Shape;1002;p65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3" name="Google Shape;1003;p65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4" name="Google Shape;1004;p65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5" name="Google Shape;1005;p65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6" name="Google Shape;1006;p65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7" name="Google Shape;1007;p65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66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1010" name="Google Shape;1010;p66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1" name="Google Shape;1011;p66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2" name="Google Shape;1012;p66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3" name="Google Shape;1013;p66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4" name="Google Shape;1014;p66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5" name="Google Shape;1015;p66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6" name="Google Shape;1016;p66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7" name="Google Shape;1017;p66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66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9" name="Google Shape;1019;p66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66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1" name="Google Shape;1021;p66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022" name="Google Shape;1022;p66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3" name="Google Shape;1023;p66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7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6" name="Google Shape;1026;p67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027" name="Google Shape;1027;p67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028" name="Google Shape;1028;p67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029" name="Google Shape;1029;p67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030" name="Google Shape;1030;p67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031" name="Google Shape;1031;p67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2" name="Google Shape;1032;p67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3" name="Google Shape;1033;p67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4" name="Google Shape;1034;p67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5" name="Google Shape;1035;p67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6" name="Google Shape;1036;p67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7" name="Google Shape;1037;p67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038" name="Google Shape;1038;p67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1039" name="Google Shape;1039;p67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0" name="Google Shape;1040;p67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1" name="Google Shape;1041;p67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2" name="Google Shape;1042;p67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3" name="Google Shape;1043;p67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4" name="Google Shape;1044;p67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045" name="Google Shape;1045;p6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6" name="Google Shape;1046;p67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047" name="Google Shape;1047;p67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048" name="Google Shape;1048;p6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49" name="Google Shape;1049;p6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0" name="Google Shape;1050;p6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1" name="Google Shape;1051;p6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52" name="Google Shape;1052;p6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53" name="Google Shape;1053;p6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4" name="Google Shape;1054;p6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5" name="Google Shape;1055;p6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56" name="Google Shape;1056;p6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57" name="Google Shape;1057;p6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8" name="Google Shape;1058;p6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9" name="Google Shape;1059;p6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60" name="Google Shape;1060;p6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061" name="Google Shape;1061;p6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62" name="Google Shape;1062;p6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063" name="Google Shape;1063;p6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64" name="Google Shape;1064;p67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5" name="Google Shape;1065;p67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066" name="Google Shape;1066;p67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7" name="Google Shape;1067;p67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8" name="Google Shape;1068;p67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9" name="Google Shape;1069;p67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0" name="Google Shape;1070;p67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68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3" name="Google Shape;1073;p68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1074" name="Google Shape;1074;p68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1075" name="Google Shape;1075;p68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076" name="Google Shape;1076;p6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077" name="Google Shape;1077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8" name="Google Shape;1078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79" name="Google Shape;1079;p6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080" name="Google Shape;1080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1" name="Google Shape;1081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82" name="Google Shape;1082;p6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083" name="Google Shape;1083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4" name="Google Shape;1084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085" name="Google Shape;1085;p68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086" name="Google Shape;1086;p6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087" name="Google Shape;1087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8" name="Google Shape;1088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89" name="Google Shape;1089;p6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090" name="Google Shape;1090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91" name="Google Shape;1091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92" name="Google Shape;1092;p6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093" name="Google Shape;1093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94" name="Google Shape;1094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095" name="Google Shape;1095;p68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096" name="Google Shape;1096;p6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097" name="Google Shape;1097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98" name="Google Shape;1098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99" name="Google Shape;1099;p6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100" name="Google Shape;1100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01" name="Google Shape;1101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02" name="Google Shape;1102;p6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103" name="Google Shape;1103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04" name="Google Shape;1104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105" name="Google Shape;1105;p68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106" name="Google Shape;1106;p6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107" name="Google Shape;1107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08" name="Google Shape;1108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09" name="Google Shape;1109;p6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110" name="Google Shape;1110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11" name="Google Shape;1111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1112" name="Google Shape;1112;p68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1113" name="Google Shape;1113;p68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114" name="Google Shape;1114;p6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115" name="Google Shape;1115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16" name="Google Shape;1116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17" name="Google Shape;1117;p6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118" name="Google Shape;1118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19" name="Google Shape;1119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20" name="Google Shape;1120;p68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121" name="Google Shape;1121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22" name="Google Shape;1122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123" name="Google Shape;1123;p68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1124" name="Google Shape;1124;p68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125" name="Google Shape;1125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26" name="Google Shape;1126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27" name="Google Shape;1127;p68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128" name="Google Shape;1128;p68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29" name="Google Shape;1129;p68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130" name="Google Shape;1130;p68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1131" name="Google Shape;1131;p68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2" name="Google Shape;1132;p68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3" name="Google Shape;1133;p68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134" name="Google Shape;1134;p68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35" name="Google Shape;1135;p68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136" name="Google Shape;1136;p68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37" name="Google Shape;1137;p68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138" name="Google Shape;1138;p68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39" name="Google Shape;1139;p68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69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2" name="Google Shape;1142;p69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3" name="Google Shape;1143;p69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4" name="Google Shape;1144;p69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145" name="Google Shape;1145;p69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1146" name="Google Shape;1146;p69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7" name="Google Shape;1147;p69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48" name="Google Shape;1148;p69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1149" name="Google Shape;1149;p69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0" name="Google Shape;1150;p69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1" name="Google Shape;1151;p69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2" name="Google Shape;1152;p69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3" name="Google Shape;1153;p69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4" name="Google Shape;1154;p69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5" name="Google Shape;1155;p69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6" name="Google Shape;1156;p69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7" name="Google Shape;1157;p69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8" name="Google Shape;1158;p69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9" name="Google Shape;1159;p69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0" name="Google Shape;1160;p69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1" name="Google Shape;1161;p69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2" name="Google Shape;1162;p69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3" name="Google Shape;1163;p69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64" name="Google Shape;1164;p69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1165" name="Google Shape;1165;p69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166" name="Google Shape;1166;p69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167" name="Google Shape;1167;p69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68" name="Google Shape;1168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69" name="Google Shape;1169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70" name="Google Shape;1170;p69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71" name="Google Shape;1171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72" name="Google Shape;1172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73" name="Google Shape;1173;p69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74" name="Google Shape;1174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75" name="Google Shape;1175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76" name="Google Shape;1176;p69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177" name="Google Shape;1177;p69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78" name="Google Shape;1178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79" name="Google Shape;1179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80" name="Google Shape;1180;p69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81" name="Google Shape;1181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82" name="Google Shape;1182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83" name="Google Shape;1183;p69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84" name="Google Shape;1184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85" name="Google Shape;1185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86" name="Google Shape;1186;p69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187" name="Google Shape;1187;p69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88" name="Google Shape;1188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89" name="Google Shape;1189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90" name="Google Shape;1190;p69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91" name="Google Shape;1191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92" name="Google Shape;1192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93" name="Google Shape;1193;p69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94" name="Google Shape;1194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95" name="Google Shape;1195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96" name="Google Shape;1196;p69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197" name="Google Shape;1197;p69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98" name="Google Shape;1198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99" name="Google Shape;1199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200" name="Google Shape;1200;p69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01" name="Google Shape;1201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02" name="Google Shape;1202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1203" name="Google Shape;1203;p69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204" name="Google Shape;1204;p69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205" name="Google Shape;1205;p69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06" name="Google Shape;1206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07" name="Google Shape;1207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208" name="Google Shape;1208;p69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09" name="Google Shape;1209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10" name="Google Shape;1210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211" name="Google Shape;1211;p69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12" name="Google Shape;1212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13" name="Google Shape;1213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214" name="Google Shape;1214;p69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215" name="Google Shape;1215;p69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16" name="Google Shape;1216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17" name="Google Shape;1217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218" name="Google Shape;1218;p69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19" name="Google Shape;1219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20" name="Google Shape;1220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221" name="Google Shape;1221;p69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22" name="Google Shape;1222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23" name="Google Shape;1223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224" name="Google Shape;1224;p69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225" name="Google Shape;1225;p69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26" name="Google Shape;1226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27" name="Google Shape;1227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228" name="Google Shape;1228;p69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29" name="Google Shape;1229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30" name="Google Shape;1230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231" name="Google Shape;1231;p69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32" name="Google Shape;1232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33" name="Google Shape;1233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234" name="Google Shape;1234;p69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235" name="Google Shape;1235;p69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36" name="Google Shape;1236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37" name="Google Shape;1237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238" name="Google Shape;1238;p69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239" name="Google Shape;1239;p69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240" name="Google Shape;1240;p69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1241" name="Google Shape;1241;p69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42" name="Google Shape;1242;p69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3" name="Google Shape;1243;p69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244" name="Google Shape;1244;p69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45" name="Google Shape;1245;p69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246" name="Google Shape;1246;p69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47" name="Google Shape;1247;p69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248" name="Google Shape;1248;p69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49" name="Google Shape;1249;p69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250" name="Google Shape;1250;p69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51" name="Google Shape;1251;p69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3" name="Google Shape;1253;p70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254" name="Google Shape;1254;p70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5" name="Google Shape;1255;p70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6" name="Google Shape;1256;p70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7" name="Google Shape;1257;p70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8" name="Google Shape;1258;p70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9" name="Google Shape;1259;p70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0" name="Google Shape;1260;p70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1" name="Google Shape;1261;p70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2" name="Google Shape;1262;p70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63" name="Google Shape;1263;p70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4" name="Google Shape;1264;p70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265" name="Google Shape;1265;p70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6" name="Google Shape;1266;p70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67" name="Google Shape;1267;p70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8" name="Google Shape;1268;p70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69" name="Google Shape;1269;p70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70" name="Google Shape;1270;p70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71" name="Google Shape;1271;p70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72" name="Google Shape;1272;p70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73" name="Google Shape;1273;p70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74" name="Google Shape;1274;p70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75" name="Google Shape;1275;p70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76" name="Google Shape;1276;p70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71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79" name="Google Shape;1279;p71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280" name="Google Shape;1280;p71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1281" name="Google Shape;1281;p71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82" name="Google Shape;1282;p71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72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5" name="Google Shape;1285;p72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6" name="Google Shape;1286;p72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87" name="Google Shape;1287;p72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288" name="Google Shape;1288;p72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9" name="Google Shape;1289;p72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0" name="Google Shape;1290;p72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1" name="Google Shape;1291;p72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2" name="Google Shape;1292;p72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3" name="Google Shape;1293;p72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4" name="Google Shape;1294;p72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7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297" name="Google Shape;1297;p7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8" name="Google Shape;1298;p7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9" name="Google Shape;1299;p7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0" name="Google Shape;1300;p7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1" name="Google Shape;1301;p7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2" name="Google Shape;1302;p7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3" name="Google Shape;1303;p7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4" name="Google Shape;1304;p7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5" name="Google Shape;1305;p7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306" name="Google Shape;1306;p73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7" name="Google Shape;1307;p73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308" name="Google Shape;1308;p73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309" name="Google Shape;1309;p73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310" name="Google Shape;1310;p7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11" name="Google Shape;1311;p7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12" name="Google Shape;1312;p7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13" name="Google Shape;1313;p73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314" name="Google Shape;1314;p7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15" name="Google Shape;1315;p7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16" name="Google Shape;1316;p7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17" name="Google Shape;1317;p73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318" name="Google Shape;1318;p7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19" name="Google Shape;1319;p7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20" name="Google Shape;1320;p7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21" name="Google Shape;1321;p73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322" name="Google Shape;1322;p7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23" name="Google Shape;1323;p7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324" name="Google Shape;1324;p73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325" name="Google Shape;1325;p7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6" name="Google Shape;1326;p7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7" name="Google Shape;1327;p73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328" name="Google Shape;1328;p73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329" name="Google Shape;1329;p73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330" name="Google Shape;1330;p73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331" name="Google Shape;1331;p73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332" name="Google Shape;1332;p73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333" name="Google Shape;1333;p73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334" name="Google Shape;1334;p73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7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7" name="Google Shape;1337;p7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2" name="Google Shape;1342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5" name="Google Shape;1345;p7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6" name="Google Shape;1346;p7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7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51" name="Google Shape;1351;p7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8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56" name="Google Shape;1356;p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57" name="Google Shape;1357;p8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8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8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2" name="Google Shape;1362;p8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8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6" name="Google Shape;1366;p8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67" name="Google Shape;1367;p8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68" name="Google Shape;1368;p8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69" name="Google Shape;1369;p8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70" name="Google Shape;1370;p8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71" name="Google Shape;1371;p8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4" name="Google Shape;1374;p8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5" name="Google Shape;1375;p8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8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8" name="Google Shape;1378;p8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9" name="Google Shape;1379;p8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0" name="Google Shape;1380;p8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1" name="Google Shape;1381;p8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8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4" name="Google Shape;1384;p8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5" name="Google Shape;1385;p8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6" name="Google Shape;1386;p8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7" name="Google Shape;1387;p8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8" name="Google Shape;1388;p8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9" name="Google Shape;1389;p8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2" name="Google Shape;1392;p8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9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5" name="Google Shape;1395;p9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6" name="Google Shape;1396;p9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7" name="Google Shape;1397;p9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8" name="Google Shape;1398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9" name="Google Shape;1399;p9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00" name="Google Shape;1400;p9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9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3" name="Google Shape;1403;p9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04" name="Google Shape;1404;p9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05" name="Google Shape;1405;p9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6" name="Google Shape;1406;p9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07" name="Google Shape;1407;p9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8" name="Google Shape;1408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09" name="Google Shape;1409;p9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10" name="Google Shape;1410;p9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11" name="Google Shape;1411;p9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9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16" name="Google Shape;1416;p9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17" name="Google Shape;1417;p9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18" name="Google Shape;1418;p9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19" name="Google Shape;1419;p9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20" name="Google Shape;1420;p9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21" name="Google Shape;1421;p9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2" name="Google Shape;1422;p9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23" name="Google Shape;1423;p9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424" name="Google Shape;1424;p9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89.xml"/><Relationship Id="rId44" Type="http://schemas.openxmlformats.org/officeDocument/2006/relationships/theme" Target="../theme/theme1.xml"/><Relationship Id="rId43" Type="http://schemas.openxmlformats.org/officeDocument/2006/relationships/slideLayout" Target="../slideLayouts/slideLayout91.xml"/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0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16" name="Google Shape;416;p50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Aryaremani/Automated-Visual-Inspection-using-CNN" TargetMode="External"/><Relationship Id="rId4" Type="http://schemas.openxmlformats.org/officeDocument/2006/relationships/hyperlink" Target="https://automated-visual-inspection-using-cnn.streamlit.app/" TargetMode="External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94"/>
          <p:cNvSpPr txBox="1"/>
          <p:nvPr>
            <p:ph type="title"/>
          </p:nvPr>
        </p:nvSpPr>
        <p:spPr>
          <a:xfrm>
            <a:off x="1246573" y="645017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>
                <a:solidFill>
                  <a:srgbClr val="3D3D3D"/>
                </a:solidFill>
              </a:rPr>
              <a:t>Automated Visual Inspection using CNN</a:t>
            </a:r>
            <a:r>
              <a:rPr lang="en"/>
              <a:t> </a:t>
            </a:r>
            <a:endParaRPr/>
          </a:p>
        </p:txBody>
      </p:sp>
      <p:sp>
        <p:nvSpPr>
          <p:cNvPr id="1430" name="Google Shape;1430;p94"/>
          <p:cNvSpPr txBox="1"/>
          <p:nvPr>
            <p:ph idx="4" type="subTitle"/>
          </p:nvPr>
        </p:nvSpPr>
        <p:spPr>
          <a:xfrm>
            <a:off x="383700" y="2701005"/>
            <a:ext cx="8618100" cy="1188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Git hub : </a:t>
            </a:r>
            <a:r>
              <a:rPr lang="en" sz="1500" u="sng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https://github.com/Aryaremani/Automated-Visual-Inspection-using-CNN</a:t>
            </a:r>
            <a:endParaRPr sz="15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Streamlit: </a:t>
            </a:r>
            <a:r>
              <a:rPr lang="en" sz="1500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https://automated-visual-inspection-using-cnn.streamlit.app/</a:t>
            </a:r>
            <a:endParaRPr sz="1500">
              <a:solidFill>
                <a:schemeClr val="accent2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431" name="Google Shape;1431;p94"/>
          <p:cNvSpPr txBox="1"/>
          <p:nvPr>
            <p:ph idx="4" type="subTitle"/>
          </p:nvPr>
        </p:nvSpPr>
        <p:spPr>
          <a:xfrm>
            <a:off x="6632625" y="3957125"/>
            <a:ext cx="1992300" cy="954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latin typeface="Manrope ExtraBold"/>
                <a:ea typeface="Manrope ExtraBold"/>
                <a:cs typeface="Manrope ExtraBold"/>
                <a:sym typeface="Manrope ExtraBold"/>
              </a:rPr>
              <a:t>Team Members:</a:t>
            </a:r>
            <a:endParaRPr b="0" sz="1600"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Abhi P Vijay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Anamika A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Arya R</a:t>
            </a:r>
            <a:endParaRPr sz="2100"/>
          </a:p>
        </p:txBody>
      </p:sp>
      <p:pic>
        <p:nvPicPr>
          <p:cNvPr id="1432" name="Google Shape;1432;p94" title="16587349917657822078_DUK_New_copy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0800" y="63775"/>
            <a:ext cx="1208401" cy="39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95"/>
          <p:cNvSpPr txBox="1"/>
          <p:nvPr>
            <p:ph type="title"/>
          </p:nvPr>
        </p:nvSpPr>
        <p:spPr>
          <a:xfrm>
            <a:off x="513300" y="929739"/>
            <a:ext cx="38361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Problem Statement</a:t>
            </a:r>
            <a:endParaRPr sz="3500"/>
          </a:p>
        </p:txBody>
      </p:sp>
      <p:sp>
        <p:nvSpPr>
          <p:cNvPr id="1438" name="Google Shape;1438;p95"/>
          <p:cNvSpPr txBox="1"/>
          <p:nvPr>
            <p:ph idx="1" type="subTitle"/>
          </p:nvPr>
        </p:nvSpPr>
        <p:spPr>
          <a:xfrm>
            <a:off x="471825" y="2030275"/>
            <a:ext cx="8295600" cy="21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Manual inspection of bottles in manufacturing is time-consuming, inconsistent, and prone to human error, making it inefficient for high-speed production lines. Therefore, an automated system using Convolutional Neural Networks (CNN) is needed to accurately and consistently detect defects in bottles in real time.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96"/>
          <p:cNvSpPr txBox="1"/>
          <p:nvPr>
            <p:ph type="title"/>
          </p:nvPr>
        </p:nvSpPr>
        <p:spPr>
          <a:xfrm>
            <a:off x="509725" y="969216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DATASET OVERVIEW</a:t>
            </a:r>
            <a:endParaRPr sz="3500"/>
          </a:p>
        </p:txBody>
      </p:sp>
      <p:sp>
        <p:nvSpPr>
          <p:cNvPr id="1444" name="Google Shape;1444;p96"/>
          <p:cNvSpPr txBox="1"/>
          <p:nvPr>
            <p:ph idx="2" type="subTitle"/>
          </p:nvPr>
        </p:nvSpPr>
        <p:spPr>
          <a:xfrm>
            <a:off x="160800" y="1713925"/>
            <a:ext cx="8578800" cy="2640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 Medium"/>
              <a:buChar char="●"/>
            </a:pPr>
            <a:r>
              <a:rPr lang="en" sz="2000">
                <a:latin typeface="Manrope Medium"/>
                <a:ea typeface="Manrope Medium"/>
                <a:cs typeface="Manrope Medium"/>
                <a:sym typeface="Manrope Medium"/>
              </a:rPr>
              <a:t>MVTec Anomaly Detection — Bottle Dataset</a:t>
            </a:r>
            <a:endParaRPr sz="20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 Medium"/>
              <a:buChar char="●"/>
            </a:pPr>
            <a:r>
              <a:rPr lang="en" sz="2000">
                <a:latin typeface="Manrope Medium"/>
                <a:ea typeface="Manrope Medium"/>
                <a:cs typeface="Manrope Medium"/>
                <a:sym typeface="Manrope Medium"/>
              </a:rPr>
              <a:t>Purpose: Industrial anomaly detection benchmark for bottle defects (e.g., cracks, contamination, scratches).</a:t>
            </a:r>
            <a:endParaRPr sz="20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 Medium"/>
              <a:buChar char="●"/>
            </a:pPr>
            <a:r>
              <a:rPr lang="en" sz="2000">
                <a:latin typeface="Manrope Medium"/>
                <a:ea typeface="Manrope Medium"/>
                <a:cs typeface="Manrope Medium"/>
                <a:sym typeface="Manrope Medium"/>
              </a:rPr>
              <a:t>Dataset Size: Part of MVTec AD (5,354 images across 15 categories).</a:t>
            </a:r>
            <a:endParaRPr sz="20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 Medium"/>
              <a:buChar char="●"/>
            </a:pPr>
            <a:r>
              <a:rPr lang="en" sz="2000">
                <a:latin typeface="Manrope Medium"/>
                <a:ea typeface="Manrope Medium"/>
                <a:cs typeface="Manrope Medium"/>
                <a:sym typeface="Manrope Medium"/>
              </a:rPr>
              <a:t>Training Data: Defect-free bottle images for unsupervised learning.</a:t>
            </a:r>
            <a:endParaRPr sz="2000"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-3556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 Medium"/>
              <a:buChar char="●"/>
            </a:pPr>
            <a:r>
              <a:rPr lang="en" sz="2000">
                <a:latin typeface="Manrope Medium"/>
                <a:ea typeface="Manrope Medium"/>
                <a:cs typeface="Manrope Medium"/>
                <a:sym typeface="Manrope Medium"/>
              </a:rPr>
              <a:t>Test Data: Mix of normal + anomalous bottles with pixel-level annotations.</a:t>
            </a:r>
            <a:endParaRPr sz="2000"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97"/>
          <p:cNvSpPr txBox="1"/>
          <p:nvPr>
            <p:ph type="title"/>
          </p:nvPr>
        </p:nvSpPr>
        <p:spPr>
          <a:xfrm>
            <a:off x="513300" y="245550"/>
            <a:ext cx="71361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METHODOLOGY - DATA SCIENCE LIFE CYCLE</a:t>
            </a:r>
            <a:endParaRPr sz="3500"/>
          </a:p>
        </p:txBody>
      </p:sp>
      <p:sp>
        <p:nvSpPr>
          <p:cNvPr id="1450" name="Google Shape;1450;p97"/>
          <p:cNvSpPr txBox="1"/>
          <p:nvPr>
            <p:ph idx="1" type="subTitle"/>
          </p:nvPr>
        </p:nvSpPr>
        <p:spPr>
          <a:xfrm>
            <a:off x="650925" y="1801825"/>
            <a:ext cx="4184700" cy="218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Problem Definition &amp; Literature Review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Data Collection &amp; Understanding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Data Preprocessing &amp; Cleaning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Exploratory Data Analysis (EDA)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Feature Engineering &amp; Selection</a:t>
            </a:r>
            <a:endParaRPr sz="2400"/>
          </a:p>
        </p:txBody>
      </p:sp>
      <p:sp>
        <p:nvSpPr>
          <p:cNvPr id="1451" name="Google Shape;1451;p97"/>
          <p:cNvSpPr txBox="1"/>
          <p:nvPr>
            <p:ph idx="1" type="subTitle"/>
          </p:nvPr>
        </p:nvSpPr>
        <p:spPr>
          <a:xfrm>
            <a:off x="4835650" y="1590250"/>
            <a:ext cx="4313400" cy="210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Model Building &amp; Training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Model Evaluation &amp; Comparison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Model Interpretation &amp; Explainability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Deployment (Streamlit)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Char char="●"/>
            </a:pPr>
            <a:r>
              <a:rPr lang="en" sz="1800"/>
              <a:t>Documentation (README, PPT, GitHub)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98"/>
          <p:cNvSpPr txBox="1"/>
          <p:nvPr>
            <p:ph type="title"/>
          </p:nvPr>
        </p:nvSpPr>
        <p:spPr>
          <a:xfrm>
            <a:off x="3489249" y="769208"/>
            <a:ext cx="3217200" cy="76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</a:t>
            </a:r>
            <a:endParaRPr/>
          </a:p>
        </p:txBody>
      </p:sp>
      <p:pic>
        <p:nvPicPr>
          <p:cNvPr id="1457" name="Google Shape;145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5" y="1667150"/>
            <a:ext cx="8820151" cy="2529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99"/>
          <p:cNvSpPr txBox="1"/>
          <p:nvPr>
            <p:ph type="title"/>
          </p:nvPr>
        </p:nvSpPr>
        <p:spPr>
          <a:xfrm>
            <a:off x="613975" y="-182211"/>
            <a:ext cx="38361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Results</a:t>
            </a:r>
            <a:endParaRPr sz="3500"/>
          </a:p>
        </p:txBody>
      </p:sp>
      <p:sp>
        <p:nvSpPr>
          <p:cNvPr id="1463" name="Google Shape;1463;p99"/>
          <p:cNvSpPr txBox="1"/>
          <p:nvPr>
            <p:ph idx="1" type="subTitle"/>
          </p:nvPr>
        </p:nvSpPr>
        <p:spPr>
          <a:xfrm>
            <a:off x="444650" y="4182193"/>
            <a:ext cx="86310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000000"/>
                </a:solidFill>
              </a:rPr>
              <a:t>The model achieved a test accuracy of approximately 79%. The confusion matrix shows that all defective samples were correctly identified, resulting in a recall of 1.00 for the defective class. This indicates that the model is highly effective in detecting defects.</a:t>
            </a:r>
            <a:endParaRPr sz="175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1464" name="Google Shape;146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825" y="631062"/>
            <a:ext cx="5125400" cy="28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00"/>
          <p:cNvSpPr txBox="1"/>
          <p:nvPr>
            <p:ph type="title"/>
          </p:nvPr>
        </p:nvSpPr>
        <p:spPr>
          <a:xfrm>
            <a:off x="2266447" y="241472"/>
            <a:ext cx="4931400" cy="76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DEPLOYED APPLICATION</a:t>
            </a:r>
            <a:endParaRPr/>
          </a:p>
        </p:txBody>
      </p:sp>
      <p:pic>
        <p:nvPicPr>
          <p:cNvPr id="1470" name="Google Shape;147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625" y="995100"/>
            <a:ext cx="8568762" cy="384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01"/>
          <p:cNvSpPr txBox="1"/>
          <p:nvPr>
            <p:ph type="title"/>
          </p:nvPr>
        </p:nvSpPr>
        <p:spPr>
          <a:xfrm>
            <a:off x="735893" y="384610"/>
            <a:ext cx="38361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Limitations</a:t>
            </a:r>
            <a:endParaRPr sz="3500"/>
          </a:p>
        </p:txBody>
      </p:sp>
      <p:sp>
        <p:nvSpPr>
          <p:cNvPr id="1476" name="Google Shape;1476;p101"/>
          <p:cNvSpPr txBox="1"/>
          <p:nvPr>
            <p:ph idx="1" type="subTitle"/>
          </p:nvPr>
        </p:nvSpPr>
        <p:spPr>
          <a:xfrm>
            <a:off x="819474" y="1543275"/>
            <a:ext cx="7729800" cy="26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Char char="●"/>
            </a:pPr>
            <a:r>
              <a:rPr lang="en" sz="2000"/>
              <a:t>Bias towards defect detection due to class imbalance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Char char="●"/>
            </a:pPr>
            <a:r>
              <a:rPr lang="en" sz="2000"/>
              <a:t>Limited dataset size reduces generalization capability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"/>
              <a:buChar char="●"/>
            </a:pPr>
            <a:r>
              <a:rPr lang="en" sz="2000"/>
              <a:t>Model may not handle complex or unseen defect types effectively</a:t>
            </a:r>
            <a:endParaRPr sz="20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02"/>
          <p:cNvSpPr txBox="1"/>
          <p:nvPr>
            <p:ph type="title"/>
          </p:nvPr>
        </p:nvSpPr>
        <p:spPr>
          <a:xfrm>
            <a:off x="735893" y="401285"/>
            <a:ext cx="38361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FUTURE WORKS</a:t>
            </a:r>
            <a:endParaRPr sz="3500"/>
          </a:p>
        </p:txBody>
      </p:sp>
      <p:sp>
        <p:nvSpPr>
          <p:cNvPr id="1482" name="Google Shape;1482;p102"/>
          <p:cNvSpPr txBox="1"/>
          <p:nvPr>
            <p:ph idx="1" type="subTitle"/>
          </p:nvPr>
        </p:nvSpPr>
        <p:spPr>
          <a:xfrm>
            <a:off x="858000" y="1501788"/>
            <a:ext cx="8057400" cy="22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Increase dataset size and include more diverse samples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Implement real-time defect detection in production systems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Extend to multi-class defect classification</a:t>
            </a:r>
            <a:endParaRPr sz="20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03"/>
          <p:cNvSpPr txBox="1"/>
          <p:nvPr>
            <p:ph type="title"/>
          </p:nvPr>
        </p:nvSpPr>
        <p:spPr>
          <a:xfrm>
            <a:off x="933118" y="398660"/>
            <a:ext cx="38361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CONCLUSIONS</a:t>
            </a:r>
            <a:endParaRPr sz="3500"/>
          </a:p>
        </p:txBody>
      </p:sp>
      <p:sp>
        <p:nvSpPr>
          <p:cNvPr id="1488" name="Google Shape;1488;p103"/>
          <p:cNvSpPr txBox="1"/>
          <p:nvPr>
            <p:ph idx="1" type="subTitle"/>
          </p:nvPr>
        </p:nvSpPr>
        <p:spPr>
          <a:xfrm>
            <a:off x="590925" y="1535483"/>
            <a:ext cx="8057400" cy="270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 Medium"/>
              <a:buChar char="●"/>
            </a:pPr>
            <a:r>
              <a:rPr lang="en" sz="2000">
                <a:solidFill>
                  <a:srgbClr val="000000"/>
                </a:solidFill>
              </a:rPr>
              <a:t>The model achieved an accuracy of approximately 79%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 Medium"/>
              <a:buChar char="●"/>
            </a:pPr>
            <a:r>
              <a:rPr lang="en" sz="2000">
                <a:solidFill>
                  <a:srgbClr val="000000"/>
                </a:solidFill>
              </a:rPr>
              <a:t>Some normal images were misclassified as defective due to bias towards defect detection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nrope Medium"/>
              <a:buChar char="●"/>
            </a:pPr>
            <a:r>
              <a:rPr lang="en" sz="2000">
                <a:solidFill>
                  <a:srgbClr val="000000"/>
                </a:solidFill>
              </a:rPr>
              <a:t>Overall, the system demonstrates the effectiveness of CNN-based automated visual inspection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04"/>
          <p:cNvSpPr txBox="1"/>
          <p:nvPr>
            <p:ph type="title"/>
          </p:nvPr>
        </p:nvSpPr>
        <p:spPr>
          <a:xfrm>
            <a:off x="271343" y="138499"/>
            <a:ext cx="39918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GITHUB INSIGHTS</a:t>
            </a:r>
            <a:endParaRPr sz="2800"/>
          </a:p>
        </p:txBody>
      </p:sp>
      <p:pic>
        <p:nvPicPr>
          <p:cNvPr id="1494" name="Google Shape;1494;p104" title="Screenshot 2026-04-20 1913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225" y="750535"/>
            <a:ext cx="8306826" cy="426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