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embeddedFontLst>
    <p:embeddedFont>
      <p:font typeface="Anton" pitchFamily="2" charset="0"/>
      <p:regular r:id="rId13"/>
    </p:embeddedFont>
    <p:embeddedFont>
      <p:font typeface="Manrope" panose="020B0604020202020204" charset="0"/>
      <p:regular r:id="rId14"/>
      <p:bold r:id="rId15"/>
    </p:embeddedFont>
    <p:embeddedFont>
      <p:font typeface="Manrope ExtraBold" panose="020B0604020202020204" charset="0"/>
      <p:bold r:id="rId16"/>
    </p:embeddedFont>
    <p:embeddedFont>
      <p:font typeface="Manrope Light" panose="020B0604020202020204" charset="0"/>
      <p:regular r:id="rId17"/>
      <p:bold r:id="rId18"/>
    </p:embeddedFont>
    <p:embeddedFont>
      <p:font typeface="Manrope Medium" panose="020B0604020202020204" charset="0"/>
      <p:regular r:id="rId19"/>
      <p:bold r:id="rId20"/>
    </p:embeddedFont>
    <p:embeddedFont>
      <p:font typeface="Manrope SemiBold" panose="020B0604020202020204"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8" d="100"/>
          <a:sy n="98" d="100"/>
        </p:scale>
        <p:origin x="1018"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d836e88abf_2_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9" name="Google Shape;1019;g3d836e88abf_2_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0" name="Google Shape;1020;g3d836e88abf_2_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3d836e88abf_2_15: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1" name="Google Shape;1031;g3d836e88abf_2_15: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2" name="Google Shape;1032;g3d836e88abf_2_15: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g3d836e88abf_0_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3" name="Google Shape;1043;g3d836e88abf_0_0: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4" name="Google Shape;1044;g3d836e88abf_0_0: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3"/>
        <p:cNvGrpSpPr/>
        <p:nvPr/>
      </p:nvGrpSpPr>
      <p:grpSpPr>
        <a:xfrm>
          <a:off x="0" y="0"/>
          <a:ext cx="0" cy="0"/>
          <a:chOff x="0" y="0"/>
          <a:chExt cx="0" cy="0"/>
        </a:xfrm>
      </p:grpSpPr>
      <p:sp>
        <p:nvSpPr>
          <p:cNvPr id="1054" name="Google Shape;1054;g3d836e88abf_2_3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55" name="Google Shape;1055;g3d836e88abf_2_30: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r>
              <a:rPr lang="en-US" dirty="0"/>
              <a:t>The CNN pipeline begins with the input image, which is preprocessed through resizing, normalization, and augmentation techniques. The processed image is then passed through convolutional layers of the ResNet18 model, where hierarchical features such as edges, textures, and defect patterns are automatically extracted.</a:t>
            </a:r>
          </a:p>
          <a:p>
            <a:r>
              <a:rPr lang="en-US" dirty="0"/>
              <a:t>Pooling layers reduce spatial dimensions while preserving important information. The extracted feature maps are then passed to fully connected layers, which perform the final classification into good or defective categories. Finally, the model outputs prediction probabilities for each class.</a:t>
            </a:r>
          </a:p>
          <a:p>
            <a:pPr marL="0" lvl="0" indent="0" algn="l" rtl="0">
              <a:spcBef>
                <a:spcPts val="0"/>
              </a:spcBef>
              <a:spcAft>
                <a:spcPts val="0"/>
              </a:spcAft>
              <a:buNone/>
            </a:pPr>
            <a:endParaRPr dirty="0"/>
          </a:p>
        </p:txBody>
      </p:sp>
      <p:sp>
        <p:nvSpPr>
          <p:cNvPr id="1056" name="Google Shape;1056;g3d836e88abf_2_30: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6"/>
        <p:cNvGrpSpPr/>
        <p:nvPr/>
      </p:nvGrpSpPr>
      <p:grpSpPr>
        <a:xfrm>
          <a:off x="0" y="0"/>
          <a:ext cx="0" cy="0"/>
          <a:chOff x="0" y="0"/>
          <a:chExt cx="0" cy="0"/>
        </a:xfrm>
      </p:grpSpPr>
      <p:sp>
        <p:nvSpPr>
          <p:cNvPr id="1107" name="Google Shape;1107;g3d836e88abf_2_8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8" name="Google Shape;1108;g3d836e88abf_2_8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9" name="Google Shape;1109;g3d836e88abf_2_8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4"/>
        <p:cNvGrpSpPr/>
        <p:nvPr/>
      </p:nvGrpSpPr>
      <p:grpSpPr>
        <a:xfrm>
          <a:off x="0" y="0"/>
          <a:ext cx="0" cy="0"/>
          <a:chOff x="0" y="0"/>
          <a:chExt cx="0" cy="0"/>
        </a:xfrm>
      </p:grpSpPr>
      <p:sp>
        <p:nvSpPr>
          <p:cNvPr id="1125" name="Google Shape;1125;g3d836e88abf_2_103: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6" name="Google Shape;1126;g3d836e88abf_2_103: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27" name="Google Shape;1127;g3d836e88abf_2_103: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6"/>
        <p:cNvGrpSpPr/>
        <p:nvPr/>
      </p:nvGrpSpPr>
      <p:grpSpPr>
        <a:xfrm>
          <a:off x="0" y="0"/>
          <a:ext cx="0" cy="0"/>
          <a:chOff x="0" y="0"/>
          <a:chExt cx="0" cy="0"/>
        </a:xfrm>
      </p:grpSpPr>
      <p:sp>
        <p:nvSpPr>
          <p:cNvPr id="1137" name="Google Shape;1137;g3d836e88abf_0_16: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8" name="Google Shape;1138;g3d836e88abf_0_16: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9" name="Google Shape;1139;g3d836e88abf_0_16: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4"/>
        <p:cNvGrpSpPr/>
        <p:nvPr/>
      </p:nvGrpSpPr>
      <p:grpSpPr>
        <a:xfrm>
          <a:off x="0" y="0"/>
          <a:ext cx="0" cy="0"/>
          <a:chOff x="0" y="0"/>
          <a:chExt cx="0" cy="0"/>
        </a:xfrm>
      </p:grpSpPr>
      <p:sp>
        <p:nvSpPr>
          <p:cNvPr id="1145" name="Google Shape;1145;g3d836e88abf_2_117: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6" name="Google Shape;1146;g3d836e88abf_2_117: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7" name="Google Shape;1147;g3d836e88abf_2_117: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3d836e88abf_0_31: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69" name="Google Shape;1169;g3d836e88abf_0_31: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0" name="Google Shape;1170;g3d836e88abf_0_31: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6"/>
        <p:cNvGrpSpPr/>
        <p:nvPr/>
      </p:nvGrpSpPr>
      <p:grpSpPr>
        <a:xfrm>
          <a:off x="0" y="0"/>
          <a:ext cx="0" cy="0"/>
          <a:chOff x="0" y="0"/>
          <a:chExt cx="0" cy="0"/>
        </a:xfrm>
      </p:grpSpPr>
      <p:sp>
        <p:nvSpPr>
          <p:cNvPr id="1177" name="Google Shape;1177;g3d836e88abf_2_13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8" name="Google Shape;1178;g3d836e88abf_2_139: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9" name="Google Shape;1179;g3d836e88abf_2_139: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ITLE">
  <p:cSld name="BLANK_1_1_1_1_1_1">
    <p:spTree>
      <p:nvGrpSpPr>
        <p:cNvPr id="1" name="Shape 8"/>
        <p:cNvGrpSpPr/>
        <p:nvPr/>
      </p:nvGrpSpPr>
      <p:grpSpPr>
        <a:xfrm>
          <a:off x="0" y="0"/>
          <a:ext cx="0" cy="0"/>
          <a:chOff x="0" y="0"/>
          <a:chExt cx="0" cy="0"/>
        </a:xfrm>
      </p:grpSpPr>
      <p:grpSp>
        <p:nvGrpSpPr>
          <p:cNvPr id="9" name="Google Shape;9;p2"/>
          <p:cNvGrpSpPr/>
          <p:nvPr/>
        </p:nvGrpSpPr>
        <p:grpSpPr>
          <a:xfrm>
            <a:off x="-23299" y="-8075"/>
            <a:ext cx="9190577" cy="5150040"/>
            <a:chOff x="11751" y="-6300"/>
            <a:chExt cx="9190577" cy="5150040"/>
          </a:xfrm>
        </p:grpSpPr>
        <p:grpSp>
          <p:nvGrpSpPr>
            <p:cNvPr id="10" name="Google Shape;10;p2"/>
            <p:cNvGrpSpPr/>
            <p:nvPr/>
          </p:nvGrpSpPr>
          <p:grpSpPr>
            <a:xfrm>
              <a:off x="11751" y="-6300"/>
              <a:ext cx="4777902" cy="2703033"/>
              <a:chOff x="11750" y="-6290"/>
              <a:chExt cx="9125100" cy="5162400"/>
            </a:xfrm>
          </p:grpSpPr>
          <p:cxnSp>
            <p:nvCxnSpPr>
              <p:cNvPr id="11" name="Google Shape;11;p2"/>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2" name="Google Shape;12;p2"/>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3" name="Google Shape;13;p2"/>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4" name="Google Shape;14;p2"/>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5" name="Google Shape;15;p2"/>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6" name="Google Shape;16;p2"/>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7" name="Google Shape;17;p2"/>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8" name="Google Shape;18;p2"/>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19" name="Google Shape;19;p2"/>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20" name="Google Shape;20;p2"/>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21" name="Google Shape;21;p2"/>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22" name="Google Shape;22;p2"/>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23" name="Google Shape;23;p2"/>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4" name="Google Shape;24;p2"/>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5" name="Google Shape;25;p2"/>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6" name="Google Shape;26;p2"/>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7" name="Google Shape;27;p2"/>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8" name="Google Shape;28;p2"/>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29" name="Google Shape;29;p2"/>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0" name="Google Shape;30;p2"/>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 name="Google Shape;31;p2"/>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2" name="Google Shape;32;p2"/>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33" name="Google Shape;33;p2"/>
            <p:cNvGrpSpPr/>
            <p:nvPr/>
          </p:nvGrpSpPr>
          <p:grpSpPr>
            <a:xfrm>
              <a:off x="11751" y="2440707"/>
              <a:ext cx="4777902" cy="2703033"/>
              <a:chOff x="11750" y="-6290"/>
              <a:chExt cx="9125100" cy="5162400"/>
            </a:xfrm>
          </p:grpSpPr>
          <p:cxnSp>
            <p:nvCxnSpPr>
              <p:cNvPr id="34" name="Google Shape;34;p2"/>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 name="Google Shape;35;p2"/>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6" name="Google Shape;36;p2"/>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 name="Google Shape;37;p2"/>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8" name="Google Shape;38;p2"/>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9" name="Google Shape;39;p2"/>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0" name="Google Shape;40;p2"/>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1" name="Google Shape;41;p2"/>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2" name="Google Shape;42;p2"/>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3" name="Google Shape;43;p2"/>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4" name="Google Shape;44;p2"/>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5" name="Google Shape;45;p2"/>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6" name="Google Shape;46;p2"/>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47" name="Google Shape;47;p2"/>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48" name="Google Shape;48;p2"/>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49" name="Google Shape;49;p2"/>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0" name="Google Shape;50;p2"/>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 name="Google Shape;51;p2"/>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2" name="Google Shape;52;p2"/>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 name="Google Shape;53;p2"/>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4" name="Google Shape;54;p2"/>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 name="Google Shape;55;p2"/>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56" name="Google Shape;56;p2"/>
            <p:cNvGrpSpPr/>
            <p:nvPr/>
          </p:nvGrpSpPr>
          <p:grpSpPr>
            <a:xfrm>
              <a:off x="4424426" y="-6300"/>
              <a:ext cx="4777902" cy="2703033"/>
              <a:chOff x="11750" y="-6290"/>
              <a:chExt cx="9125100" cy="5162400"/>
            </a:xfrm>
          </p:grpSpPr>
          <p:cxnSp>
            <p:nvCxnSpPr>
              <p:cNvPr id="57" name="Google Shape;57;p2"/>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8" name="Google Shape;58;p2"/>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9" name="Google Shape;59;p2"/>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0" name="Google Shape;60;p2"/>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1" name="Google Shape;61;p2"/>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2" name="Google Shape;62;p2"/>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3" name="Google Shape;63;p2"/>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4" name="Google Shape;64;p2"/>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5" name="Google Shape;65;p2"/>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6" name="Google Shape;66;p2"/>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7" name="Google Shape;67;p2"/>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8" name="Google Shape;68;p2"/>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69" name="Google Shape;69;p2"/>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0" name="Google Shape;70;p2"/>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1" name="Google Shape;71;p2"/>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2" name="Google Shape;72;p2"/>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3" name="Google Shape;73;p2"/>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4" name="Google Shape;74;p2"/>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5" name="Google Shape;75;p2"/>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6" name="Google Shape;76;p2"/>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7" name="Google Shape;77;p2"/>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78" name="Google Shape;78;p2"/>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79" name="Google Shape;79;p2"/>
            <p:cNvGrpSpPr/>
            <p:nvPr/>
          </p:nvGrpSpPr>
          <p:grpSpPr>
            <a:xfrm>
              <a:off x="4424426" y="2440707"/>
              <a:ext cx="4777902" cy="2703033"/>
              <a:chOff x="11750" y="-6290"/>
              <a:chExt cx="9125100" cy="5162400"/>
            </a:xfrm>
          </p:grpSpPr>
          <p:cxnSp>
            <p:nvCxnSpPr>
              <p:cNvPr id="80" name="Google Shape;80;p2"/>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1" name="Google Shape;81;p2"/>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2" name="Google Shape;82;p2"/>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3" name="Google Shape;83;p2"/>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4" name="Google Shape;84;p2"/>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5" name="Google Shape;85;p2"/>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6" name="Google Shape;86;p2"/>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7" name="Google Shape;87;p2"/>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8" name="Google Shape;88;p2"/>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89" name="Google Shape;89;p2"/>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90" name="Google Shape;90;p2"/>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91" name="Google Shape;91;p2"/>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92" name="Google Shape;92;p2"/>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3" name="Google Shape;93;p2"/>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4" name="Google Shape;94;p2"/>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5" name="Google Shape;95;p2"/>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6" name="Google Shape;96;p2"/>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7" name="Google Shape;97;p2"/>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8" name="Google Shape;98;p2"/>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99" name="Google Shape;99;p2"/>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100" name="Google Shape;100;p2"/>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101" name="Google Shape;101;p2"/>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sp>
        <p:nvSpPr>
          <p:cNvPr id="102" name="Google Shape;102;p2"/>
          <p:cNvSpPr txBox="1">
            <a:spLocks noGrp="1"/>
          </p:cNvSpPr>
          <p:nvPr>
            <p:ph type="title"/>
          </p:nvPr>
        </p:nvSpPr>
        <p:spPr>
          <a:xfrm>
            <a:off x="1081850" y="1719900"/>
            <a:ext cx="6984900" cy="16941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Font typeface="Anton"/>
              <a:buNone/>
              <a:defRPr sz="6000"/>
            </a:lvl1pPr>
            <a:lvl2pPr lvl="1" algn="ctr">
              <a:lnSpc>
                <a:spcPct val="80000"/>
              </a:lnSpc>
              <a:spcBef>
                <a:spcPts val="0"/>
              </a:spcBef>
              <a:spcAft>
                <a:spcPts val="0"/>
              </a:spcAft>
              <a:buSzPts val="1400"/>
              <a:buNone/>
              <a:defRPr/>
            </a:lvl2pPr>
            <a:lvl3pPr lvl="2" algn="ctr">
              <a:lnSpc>
                <a:spcPct val="80000"/>
              </a:lnSpc>
              <a:spcBef>
                <a:spcPts val="0"/>
              </a:spcBef>
              <a:spcAft>
                <a:spcPts val="0"/>
              </a:spcAft>
              <a:buSzPts val="1400"/>
              <a:buNone/>
              <a:defRPr/>
            </a:lvl3pPr>
            <a:lvl4pPr lvl="3" algn="ctr">
              <a:lnSpc>
                <a:spcPct val="80000"/>
              </a:lnSpc>
              <a:spcBef>
                <a:spcPts val="0"/>
              </a:spcBef>
              <a:spcAft>
                <a:spcPts val="0"/>
              </a:spcAft>
              <a:buSzPts val="1400"/>
              <a:buNone/>
              <a:defRPr/>
            </a:lvl4pPr>
            <a:lvl5pPr lvl="4" algn="ctr">
              <a:lnSpc>
                <a:spcPct val="80000"/>
              </a:lnSpc>
              <a:spcBef>
                <a:spcPts val="0"/>
              </a:spcBef>
              <a:spcAft>
                <a:spcPts val="0"/>
              </a:spcAft>
              <a:buSzPts val="1400"/>
              <a:buNone/>
              <a:defRPr/>
            </a:lvl5pPr>
            <a:lvl6pPr lvl="5" algn="ctr">
              <a:lnSpc>
                <a:spcPct val="80000"/>
              </a:lnSpc>
              <a:spcBef>
                <a:spcPts val="0"/>
              </a:spcBef>
              <a:spcAft>
                <a:spcPts val="0"/>
              </a:spcAft>
              <a:buSzPts val="1400"/>
              <a:buNone/>
              <a:defRPr/>
            </a:lvl6pPr>
            <a:lvl7pPr lvl="6" algn="ctr">
              <a:lnSpc>
                <a:spcPct val="80000"/>
              </a:lnSpc>
              <a:spcBef>
                <a:spcPts val="0"/>
              </a:spcBef>
              <a:spcAft>
                <a:spcPts val="0"/>
              </a:spcAft>
              <a:buSzPts val="1400"/>
              <a:buNone/>
              <a:defRPr/>
            </a:lvl7pPr>
            <a:lvl8pPr lvl="7" algn="ctr">
              <a:lnSpc>
                <a:spcPct val="80000"/>
              </a:lnSpc>
              <a:spcBef>
                <a:spcPts val="0"/>
              </a:spcBef>
              <a:spcAft>
                <a:spcPts val="0"/>
              </a:spcAft>
              <a:buSzPts val="1400"/>
              <a:buNone/>
              <a:defRPr/>
            </a:lvl8pPr>
            <a:lvl9pPr lvl="8" algn="ctr">
              <a:lnSpc>
                <a:spcPct val="80000"/>
              </a:lnSpc>
              <a:spcBef>
                <a:spcPts val="0"/>
              </a:spcBef>
              <a:spcAft>
                <a:spcPts val="0"/>
              </a:spcAft>
              <a:buSzPts val="1400"/>
              <a:buNone/>
              <a:defRPr/>
            </a:lvl9pPr>
          </a:lstStyle>
          <a:p>
            <a:endParaRPr/>
          </a:p>
        </p:txBody>
      </p:sp>
      <p:sp>
        <p:nvSpPr>
          <p:cNvPr id="103" name="Google Shape;103;p2"/>
          <p:cNvSpPr txBox="1">
            <a:spLocks noGrp="1"/>
          </p:cNvSpPr>
          <p:nvPr>
            <p:ph type="title" idx="2"/>
          </p:nvPr>
        </p:nvSpPr>
        <p:spPr>
          <a:xfrm rot="-54379">
            <a:off x="5015453" y="3227438"/>
            <a:ext cx="1517290" cy="301238"/>
          </a:xfrm>
          <a:prstGeom prst="rect">
            <a:avLst/>
          </a:prstGeom>
          <a:solidFill>
            <a:schemeClr val="accent3"/>
          </a:solidFill>
        </p:spPr>
        <p:txBody>
          <a:bodyPr spcFirstLastPara="1" wrap="square" lIns="91425" tIns="91425" rIns="91425" bIns="91425" anchor="ctr" anchorCtr="0">
            <a:spAutoFit/>
          </a:bodyPr>
          <a:lstStyle>
            <a:lvl1pPr lvl="0" algn="ctr">
              <a:spcBef>
                <a:spcPts val="0"/>
              </a:spcBef>
              <a:spcAft>
                <a:spcPts val="0"/>
              </a:spcAft>
              <a:buSzPts val="1000"/>
              <a:buFont typeface="Manrope ExtraBold"/>
              <a:buNone/>
              <a:defRPr sz="1000" b="0">
                <a:latin typeface="Manrope ExtraBold"/>
                <a:ea typeface="Manrope ExtraBold"/>
                <a:cs typeface="Manrope ExtraBold"/>
                <a:sym typeface="Manrope ExtraBold"/>
              </a:defRPr>
            </a:lvl1pPr>
            <a:lvl2pPr lvl="1" algn="ctr">
              <a:spcBef>
                <a:spcPts val="0"/>
              </a:spcBef>
              <a:spcAft>
                <a:spcPts val="0"/>
              </a:spcAft>
              <a:buSzPts val="1300"/>
              <a:buFont typeface="Manrope ExtraBold"/>
              <a:buNone/>
              <a:defRPr sz="1300">
                <a:latin typeface="Manrope ExtraBold"/>
                <a:ea typeface="Manrope ExtraBold"/>
                <a:cs typeface="Manrope ExtraBold"/>
                <a:sym typeface="Manrope ExtraBold"/>
              </a:defRPr>
            </a:lvl2pPr>
            <a:lvl3pPr lvl="2" algn="ctr">
              <a:spcBef>
                <a:spcPts val="0"/>
              </a:spcBef>
              <a:spcAft>
                <a:spcPts val="0"/>
              </a:spcAft>
              <a:buSzPts val="1300"/>
              <a:buFont typeface="Manrope ExtraBold"/>
              <a:buNone/>
              <a:defRPr sz="1300">
                <a:latin typeface="Manrope ExtraBold"/>
                <a:ea typeface="Manrope ExtraBold"/>
                <a:cs typeface="Manrope ExtraBold"/>
                <a:sym typeface="Manrope ExtraBold"/>
              </a:defRPr>
            </a:lvl3pPr>
            <a:lvl4pPr lvl="3" algn="ctr">
              <a:spcBef>
                <a:spcPts val="0"/>
              </a:spcBef>
              <a:spcAft>
                <a:spcPts val="0"/>
              </a:spcAft>
              <a:buSzPts val="1300"/>
              <a:buFont typeface="Manrope ExtraBold"/>
              <a:buNone/>
              <a:defRPr sz="1300">
                <a:latin typeface="Manrope ExtraBold"/>
                <a:ea typeface="Manrope ExtraBold"/>
                <a:cs typeface="Manrope ExtraBold"/>
                <a:sym typeface="Manrope ExtraBold"/>
              </a:defRPr>
            </a:lvl4pPr>
            <a:lvl5pPr lvl="4" algn="ctr">
              <a:spcBef>
                <a:spcPts val="0"/>
              </a:spcBef>
              <a:spcAft>
                <a:spcPts val="0"/>
              </a:spcAft>
              <a:buSzPts val="1300"/>
              <a:buFont typeface="Manrope ExtraBold"/>
              <a:buNone/>
              <a:defRPr sz="1300">
                <a:latin typeface="Manrope ExtraBold"/>
                <a:ea typeface="Manrope ExtraBold"/>
                <a:cs typeface="Manrope ExtraBold"/>
                <a:sym typeface="Manrope ExtraBold"/>
              </a:defRPr>
            </a:lvl5pPr>
            <a:lvl6pPr lvl="5" algn="ctr">
              <a:spcBef>
                <a:spcPts val="0"/>
              </a:spcBef>
              <a:spcAft>
                <a:spcPts val="0"/>
              </a:spcAft>
              <a:buSzPts val="1300"/>
              <a:buFont typeface="Manrope ExtraBold"/>
              <a:buNone/>
              <a:defRPr sz="1300">
                <a:latin typeface="Manrope ExtraBold"/>
                <a:ea typeface="Manrope ExtraBold"/>
                <a:cs typeface="Manrope ExtraBold"/>
                <a:sym typeface="Manrope ExtraBold"/>
              </a:defRPr>
            </a:lvl6pPr>
            <a:lvl7pPr lvl="6" algn="ctr">
              <a:spcBef>
                <a:spcPts val="0"/>
              </a:spcBef>
              <a:spcAft>
                <a:spcPts val="0"/>
              </a:spcAft>
              <a:buSzPts val="1300"/>
              <a:buFont typeface="Manrope ExtraBold"/>
              <a:buNone/>
              <a:defRPr sz="1300">
                <a:latin typeface="Manrope ExtraBold"/>
                <a:ea typeface="Manrope ExtraBold"/>
                <a:cs typeface="Manrope ExtraBold"/>
                <a:sym typeface="Manrope ExtraBold"/>
              </a:defRPr>
            </a:lvl7pPr>
            <a:lvl8pPr lvl="7" algn="ctr">
              <a:spcBef>
                <a:spcPts val="0"/>
              </a:spcBef>
              <a:spcAft>
                <a:spcPts val="0"/>
              </a:spcAft>
              <a:buSzPts val="1300"/>
              <a:buFont typeface="Manrope ExtraBold"/>
              <a:buNone/>
              <a:defRPr sz="1300">
                <a:latin typeface="Manrope ExtraBold"/>
                <a:ea typeface="Manrope ExtraBold"/>
                <a:cs typeface="Manrope ExtraBold"/>
                <a:sym typeface="Manrope ExtraBold"/>
              </a:defRPr>
            </a:lvl8pPr>
            <a:lvl9pPr lvl="8" algn="ctr">
              <a:spcBef>
                <a:spcPts val="0"/>
              </a:spcBef>
              <a:spcAft>
                <a:spcPts val="0"/>
              </a:spcAft>
              <a:buSzPts val="1300"/>
              <a:buFont typeface="Manrope ExtraBold"/>
              <a:buNone/>
              <a:defRPr sz="1300">
                <a:latin typeface="Manrope ExtraBold"/>
                <a:ea typeface="Manrope ExtraBold"/>
                <a:cs typeface="Manrope ExtraBold"/>
                <a:sym typeface="Manrope ExtraBold"/>
              </a:defRPr>
            </a:lvl9pPr>
          </a:lstStyle>
          <a:p>
            <a:endParaRPr/>
          </a:p>
        </p:txBody>
      </p:sp>
      <p:sp>
        <p:nvSpPr>
          <p:cNvPr id="104" name="Google Shape;104;p2"/>
          <p:cNvSpPr txBox="1">
            <a:spLocks noGrp="1"/>
          </p:cNvSpPr>
          <p:nvPr>
            <p:ph type="body" idx="1"/>
          </p:nvPr>
        </p:nvSpPr>
        <p:spPr>
          <a:xfrm>
            <a:off x="2422100" y="4170725"/>
            <a:ext cx="4304400" cy="438300"/>
          </a:xfrm>
          <a:prstGeom prst="rect">
            <a:avLst/>
          </a:prstGeom>
        </p:spPr>
        <p:txBody>
          <a:bodyPr spcFirstLastPara="1" wrap="square" lIns="91425" tIns="91425" rIns="91425" bIns="91425" anchor="ctr" anchorCtr="0">
            <a:noAutofit/>
          </a:bodyPr>
          <a:lstStyle>
            <a:lvl1pPr marL="457200" lvl="0" indent="-292100" algn="ctr">
              <a:spcBef>
                <a:spcPts val="0"/>
              </a:spcBef>
              <a:spcAft>
                <a:spcPts val="0"/>
              </a:spcAft>
              <a:buSzPts val="1000"/>
              <a:buFont typeface="Manrope Light"/>
              <a:buChar char="●"/>
              <a:defRPr sz="1000">
                <a:latin typeface="Manrope Light"/>
                <a:ea typeface="Manrope Light"/>
                <a:cs typeface="Manrope Light"/>
                <a:sym typeface="Manrope Light"/>
              </a:defRPr>
            </a:lvl1pPr>
            <a:lvl2pPr marL="914400" lvl="1" indent="-292100" algn="ctr">
              <a:spcBef>
                <a:spcPts val="800"/>
              </a:spcBef>
              <a:spcAft>
                <a:spcPts val="0"/>
              </a:spcAft>
              <a:buSzPts val="1000"/>
              <a:buFont typeface="Manrope Light"/>
              <a:buChar char="○"/>
              <a:defRPr sz="1000">
                <a:latin typeface="Manrope Light"/>
                <a:ea typeface="Manrope Light"/>
                <a:cs typeface="Manrope Light"/>
                <a:sym typeface="Manrope Light"/>
              </a:defRPr>
            </a:lvl2pPr>
            <a:lvl3pPr marL="1371600" lvl="2" indent="-292100" algn="ctr">
              <a:spcBef>
                <a:spcPts val="800"/>
              </a:spcBef>
              <a:spcAft>
                <a:spcPts val="0"/>
              </a:spcAft>
              <a:buSzPts val="1000"/>
              <a:buFont typeface="Manrope Light"/>
              <a:buChar char="■"/>
              <a:defRPr sz="1000">
                <a:latin typeface="Manrope Light"/>
                <a:ea typeface="Manrope Light"/>
                <a:cs typeface="Manrope Light"/>
                <a:sym typeface="Manrope Light"/>
              </a:defRPr>
            </a:lvl3pPr>
            <a:lvl4pPr marL="1828800" lvl="3" indent="-292100" algn="ctr">
              <a:spcBef>
                <a:spcPts val="800"/>
              </a:spcBef>
              <a:spcAft>
                <a:spcPts val="0"/>
              </a:spcAft>
              <a:buSzPts val="1000"/>
              <a:buFont typeface="Manrope Light"/>
              <a:buChar char="●"/>
              <a:defRPr sz="1000">
                <a:latin typeface="Manrope Light"/>
                <a:ea typeface="Manrope Light"/>
                <a:cs typeface="Manrope Light"/>
                <a:sym typeface="Manrope Light"/>
              </a:defRPr>
            </a:lvl4pPr>
            <a:lvl5pPr marL="2286000" lvl="4" indent="-292100" algn="ctr">
              <a:spcBef>
                <a:spcPts val="800"/>
              </a:spcBef>
              <a:spcAft>
                <a:spcPts val="0"/>
              </a:spcAft>
              <a:buSzPts val="1000"/>
              <a:buFont typeface="Manrope Light"/>
              <a:buChar char="○"/>
              <a:defRPr sz="1000">
                <a:latin typeface="Manrope Light"/>
                <a:ea typeface="Manrope Light"/>
                <a:cs typeface="Manrope Light"/>
                <a:sym typeface="Manrope Light"/>
              </a:defRPr>
            </a:lvl5pPr>
            <a:lvl6pPr marL="2743200" lvl="5" indent="-292100" algn="ctr">
              <a:spcBef>
                <a:spcPts val="800"/>
              </a:spcBef>
              <a:spcAft>
                <a:spcPts val="0"/>
              </a:spcAft>
              <a:buSzPts val="1000"/>
              <a:buFont typeface="Manrope Light"/>
              <a:buChar char="■"/>
              <a:defRPr sz="1000">
                <a:latin typeface="Manrope Light"/>
                <a:ea typeface="Manrope Light"/>
                <a:cs typeface="Manrope Light"/>
                <a:sym typeface="Manrope Light"/>
              </a:defRPr>
            </a:lvl6pPr>
            <a:lvl7pPr marL="3200400" lvl="6" indent="-292100" algn="ctr">
              <a:spcBef>
                <a:spcPts val="800"/>
              </a:spcBef>
              <a:spcAft>
                <a:spcPts val="0"/>
              </a:spcAft>
              <a:buSzPts val="1000"/>
              <a:buFont typeface="Manrope Light"/>
              <a:buChar char="●"/>
              <a:defRPr sz="1000">
                <a:latin typeface="Manrope Light"/>
                <a:ea typeface="Manrope Light"/>
                <a:cs typeface="Manrope Light"/>
                <a:sym typeface="Manrope Light"/>
              </a:defRPr>
            </a:lvl7pPr>
            <a:lvl8pPr marL="3657600" lvl="7" indent="-292100" algn="ctr">
              <a:spcBef>
                <a:spcPts val="800"/>
              </a:spcBef>
              <a:spcAft>
                <a:spcPts val="0"/>
              </a:spcAft>
              <a:buSzPts val="1000"/>
              <a:buFont typeface="Manrope Light"/>
              <a:buChar char="○"/>
              <a:defRPr sz="1000">
                <a:latin typeface="Manrope Light"/>
                <a:ea typeface="Manrope Light"/>
                <a:cs typeface="Manrope Light"/>
                <a:sym typeface="Manrope Light"/>
              </a:defRPr>
            </a:lvl8pPr>
            <a:lvl9pPr marL="4114800" lvl="8" indent="-292100" algn="ctr">
              <a:spcBef>
                <a:spcPts val="800"/>
              </a:spcBef>
              <a:spcAft>
                <a:spcPts val="800"/>
              </a:spcAft>
              <a:buSzPts val="1000"/>
              <a:buFont typeface="Manrope Light"/>
              <a:buChar char="■"/>
              <a:defRPr sz="1000">
                <a:latin typeface="Manrope Light"/>
                <a:ea typeface="Manrope Light"/>
                <a:cs typeface="Manrope Light"/>
                <a:sym typeface="Manrope Light"/>
              </a:defRPr>
            </a:lvl9pPr>
          </a:lstStyle>
          <a:p>
            <a:endParaRPr/>
          </a:p>
        </p:txBody>
      </p:sp>
      <p:sp>
        <p:nvSpPr>
          <p:cNvPr id="105" name="Google Shape;105;p2"/>
          <p:cNvSpPr txBox="1">
            <a:spLocks noGrp="1"/>
          </p:cNvSpPr>
          <p:nvPr>
            <p:ph type="title" idx="3"/>
          </p:nvPr>
        </p:nvSpPr>
        <p:spPr>
          <a:xfrm rot="-555761">
            <a:off x="6594632" y="3130269"/>
            <a:ext cx="1047458" cy="301246"/>
          </a:xfrm>
          <a:prstGeom prst="rect">
            <a:avLst/>
          </a:prstGeom>
          <a:solidFill>
            <a:schemeClr val="lt2"/>
          </a:solidFill>
        </p:spPr>
        <p:txBody>
          <a:bodyPr spcFirstLastPara="1" wrap="square" lIns="91425" tIns="91425" rIns="91425" bIns="91425" anchor="ctr" anchorCtr="0">
            <a:noAutofit/>
          </a:bodyPr>
          <a:lstStyle>
            <a:lvl1pPr lvl="0" algn="ctr">
              <a:spcBef>
                <a:spcPts val="0"/>
              </a:spcBef>
              <a:spcAft>
                <a:spcPts val="0"/>
              </a:spcAft>
              <a:buSzPts val="1000"/>
              <a:buFont typeface="Manrope ExtraBold"/>
              <a:buNone/>
              <a:defRPr sz="1000" b="0">
                <a:latin typeface="Manrope ExtraBold"/>
                <a:ea typeface="Manrope ExtraBold"/>
                <a:cs typeface="Manrope ExtraBold"/>
                <a:sym typeface="Manrope ExtraBold"/>
              </a:defRPr>
            </a:lvl1pPr>
            <a:lvl2pPr lvl="1" algn="ctr">
              <a:spcBef>
                <a:spcPts val="0"/>
              </a:spcBef>
              <a:spcAft>
                <a:spcPts val="0"/>
              </a:spcAft>
              <a:buSzPts val="1300"/>
              <a:buFont typeface="Manrope ExtraBold"/>
              <a:buNone/>
              <a:defRPr sz="1300">
                <a:latin typeface="Manrope ExtraBold"/>
                <a:ea typeface="Manrope ExtraBold"/>
                <a:cs typeface="Manrope ExtraBold"/>
                <a:sym typeface="Manrope ExtraBold"/>
              </a:defRPr>
            </a:lvl2pPr>
            <a:lvl3pPr lvl="2" algn="ctr">
              <a:spcBef>
                <a:spcPts val="0"/>
              </a:spcBef>
              <a:spcAft>
                <a:spcPts val="0"/>
              </a:spcAft>
              <a:buSzPts val="1300"/>
              <a:buFont typeface="Manrope ExtraBold"/>
              <a:buNone/>
              <a:defRPr sz="1300">
                <a:latin typeface="Manrope ExtraBold"/>
                <a:ea typeface="Manrope ExtraBold"/>
                <a:cs typeface="Manrope ExtraBold"/>
                <a:sym typeface="Manrope ExtraBold"/>
              </a:defRPr>
            </a:lvl3pPr>
            <a:lvl4pPr lvl="3" algn="ctr">
              <a:spcBef>
                <a:spcPts val="0"/>
              </a:spcBef>
              <a:spcAft>
                <a:spcPts val="0"/>
              </a:spcAft>
              <a:buSzPts val="1300"/>
              <a:buFont typeface="Manrope ExtraBold"/>
              <a:buNone/>
              <a:defRPr sz="1300">
                <a:latin typeface="Manrope ExtraBold"/>
                <a:ea typeface="Manrope ExtraBold"/>
                <a:cs typeface="Manrope ExtraBold"/>
                <a:sym typeface="Manrope ExtraBold"/>
              </a:defRPr>
            </a:lvl4pPr>
            <a:lvl5pPr lvl="4" algn="ctr">
              <a:spcBef>
                <a:spcPts val="0"/>
              </a:spcBef>
              <a:spcAft>
                <a:spcPts val="0"/>
              </a:spcAft>
              <a:buSzPts val="1300"/>
              <a:buFont typeface="Manrope ExtraBold"/>
              <a:buNone/>
              <a:defRPr sz="1300">
                <a:latin typeface="Manrope ExtraBold"/>
                <a:ea typeface="Manrope ExtraBold"/>
                <a:cs typeface="Manrope ExtraBold"/>
                <a:sym typeface="Manrope ExtraBold"/>
              </a:defRPr>
            </a:lvl5pPr>
            <a:lvl6pPr lvl="5" algn="ctr">
              <a:spcBef>
                <a:spcPts val="0"/>
              </a:spcBef>
              <a:spcAft>
                <a:spcPts val="0"/>
              </a:spcAft>
              <a:buSzPts val="1300"/>
              <a:buFont typeface="Manrope ExtraBold"/>
              <a:buNone/>
              <a:defRPr sz="1300">
                <a:latin typeface="Manrope ExtraBold"/>
                <a:ea typeface="Manrope ExtraBold"/>
                <a:cs typeface="Manrope ExtraBold"/>
                <a:sym typeface="Manrope ExtraBold"/>
              </a:defRPr>
            </a:lvl6pPr>
            <a:lvl7pPr lvl="6" algn="ctr">
              <a:spcBef>
                <a:spcPts val="0"/>
              </a:spcBef>
              <a:spcAft>
                <a:spcPts val="0"/>
              </a:spcAft>
              <a:buSzPts val="1300"/>
              <a:buFont typeface="Manrope ExtraBold"/>
              <a:buNone/>
              <a:defRPr sz="1300">
                <a:latin typeface="Manrope ExtraBold"/>
                <a:ea typeface="Manrope ExtraBold"/>
                <a:cs typeface="Manrope ExtraBold"/>
                <a:sym typeface="Manrope ExtraBold"/>
              </a:defRPr>
            </a:lvl7pPr>
            <a:lvl8pPr lvl="7" algn="ctr">
              <a:spcBef>
                <a:spcPts val="0"/>
              </a:spcBef>
              <a:spcAft>
                <a:spcPts val="0"/>
              </a:spcAft>
              <a:buSzPts val="1300"/>
              <a:buFont typeface="Manrope ExtraBold"/>
              <a:buNone/>
              <a:defRPr sz="1300">
                <a:latin typeface="Manrope ExtraBold"/>
                <a:ea typeface="Manrope ExtraBold"/>
                <a:cs typeface="Manrope ExtraBold"/>
                <a:sym typeface="Manrope ExtraBold"/>
              </a:defRPr>
            </a:lvl8pPr>
            <a:lvl9pPr lvl="8" algn="ctr">
              <a:spcBef>
                <a:spcPts val="0"/>
              </a:spcBef>
              <a:spcAft>
                <a:spcPts val="0"/>
              </a:spcAft>
              <a:buSzPts val="1300"/>
              <a:buFont typeface="Manrope ExtraBold"/>
              <a:buNone/>
              <a:defRPr sz="1300">
                <a:latin typeface="Manrope ExtraBold"/>
                <a:ea typeface="Manrope ExtraBold"/>
                <a:cs typeface="Manrope ExtraBold"/>
                <a:sym typeface="Manrope ExtraBold"/>
              </a:defRPr>
            </a:lvl9pPr>
          </a:lstStyle>
          <a:p>
            <a:endParaRPr/>
          </a:p>
        </p:txBody>
      </p:sp>
      <p:sp>
        <p:nvSpPr>
          <p:cNvPr id="106" name="Google Shape;106;p2"/>
          <p:cNvSpPr txBox="1">
            <a:spLocks noGrp="1"/>
          </p:cNvSpPr>
          <p:nvPr>
            <p:ph type="subTitle" idx="4"/>
          </p:nvPr>
        </p:nvSpPr>
        <p:spPr>
          <a:xfrm rot="-503039">
            <a:off x="2206578" y="1204399"/>
            <a:ext cx="2211838" cy="438184"/>
          </a:xfrm>
          <a:prstGeom prst="rect">
            <a:avLst/>
          </a:prstGeom>
          <a:solidFill>
            <a:schemeClr val="dk2"/>
          </a:solidFill>
        </p:spPr>
        <p:txBody>
          <a:bodyPr spcFirstLastPara="1" wrap="square" lIns="91425" tIns="91425" rIns="91425" bIns="91425" anchor="ctr" anchorCtr="0">
            <a:noAutofit/>
          </a:bodyPr>
          <a:lstStyle>
            <a:lvl1pPr lvl="0" algn="ctr">
              <a:spcBef>
                <a:spcPts val="0"/>
              </a:spcBef>
              <a:spcAft>
                <a:spcPts val="0"/>
              </a:spcAft>
              <a:buSzPts val="1300"/>
              <a:buFont typeface="Manrope"/>
              <a:buNone/>
              <a:defRPr sz="13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1">
  <p:cSld name="BLANK_1">
    <p:bg>
      <p:bgPr>
        <a:solidFill>
          <a:schemeClr val="lt1"/>
        </a:solidFill>
        <a:effectLst/>
      </p:bgPr>
    </p:bg>
    <p:spTree>
      <p:nvGrpSpPr>
        <p:cNvPr id="1" name="Shape 107"/>
        <p:cNvGrpSpPr/>
        <p:nvPr/>
      </p:nvGrpSpPr>
      <p:grpSpPr>
        <a:xfrm>
          <a:off x="0" y="0"/>
          <a:ext cx="0" cy="0"/>
          <a:chOff x="0" y="0"/>
          <a:chExt cx="0" cy="0"/>
        </a:xfrm>
      </p:grpSpPr>
      <p:sp>
        <p:nvSpPr>
          <p:cNvPr id="108" name="Google Shape;108;p3"/>
          <p:cNvSpPr/>
          <p:nvPr/>
        </p:nvSpPr>
        <p:spPr>
          <a:xfrm>
            <a:off x="0" y="0"/>
            <a:ext cx="9161700" cy="5143500"/>
          </a:xfrm>
          <a:prstGeom prst="snip1Rect">
            <a:avLst>
              <a:gd name="adj" fmla="val 2416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09" name="Google Shape;109;p3"/>
          <p:cNvSpPr txBox="1">
            <a:spLocks noGrp="1"/>
          </p:cNvSpPr>
          <p:nvPr>
            <p:ph type="title"/>
          </p:nvPr>
        </p:nvSpPr>
        <p:spPr>
          <a:xfrm>
            <a:off x="460500" y="2025700"/>
            <a:ext cx="4703100" cy="1821300"/>
          </a:xfrm>
          <a:prstGeom prst="rect">
            <a:avLst/>
          </a:prstGeom>
        </p:spPr>
        <p:txBody>
          <a:bodyPr spcFirstLastPara="1" wrap="square" lIns="91425" tIns="91425" rIns="91425" bIns="0" anchor="b" anchorCtr="0">
            <a:noAutofit/>
          </a:bodyPr>
          <a:lstStyle>
            <a:lvl1pPr lvl="0">
              <a:spcBef>
                <a:spcPts val="0"/>
              </a:spcBef>
              <a:spcAft>
                <a:spcPts val="0"/>
              </a:spcAft>
              <a:buSzPts val="9600"/>
              <a:buNone/>
              <a:defRPr sz="9600"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3"/>
          <p:cNvSpPr txBox="1">
            <a:spLocks noGrp="1"/>
          </p:cNvSpPr>
          <p:nvPr>
            <p:ph type="body" idx="1"/>
          </p:nvPr>
        </p:nvSpPr>
        <p:spPr>
          <a:xfrm>
            <a:off x="460500" y="4085525"/>
            <a:ext cx="3501600" cy="598200"/>
          </a:xfrm>
          <a:prstGeom prst="rect">
            <a:avLst/>
          </a:prstGeom>
        </p:spPr>
        <p:txBody>
          <a:bodyPr spcFirstLastPara="1" wrap="square" lIns="91425" tIns="91425" rIns="91425" bIns="91425" anchor="b" anchorCtr="0">
            <a:no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111" name="Google Shape;111;p3"/>
          <p:cNvSpPr/>
          <p:nvPr/>
        </p:nvSpPr>
        <p:spPr>
          <a:xfrm>
            <a:off x="7735575" y="-10150"/>
            <a:ext cx="1428750" cy="1320800"/>
          </a:xfrm>
          <a:custGeom>
            <a:avLst/>
            <a:gdLst/>
            <a:ahLst/>
            <a:cxnLst/>
            <a:rect l="l" t="t" r="r" b="b"/>
            <a:pathLst>
              <a:path w="57150" h="52832" extrusionOk="0">
                <a:moveTo>
                  <a:pt x="4572" y="0"/>
                </a:moveTo>
                <a:lnTo>
                  <a:pt x="0" y="51308"/>
                </a:lnTo>
                <a:lnTo>
                  <a:pt x="57150" y="52832"/>
                </a:lnTo>
                <a:lnTo>
                  <a:pt x="57150" y="47752"/>
                </a:lnTo>
                <a:lnTo>
                  <a:pt x="9144" y="0"/>
                </a:lnTo>
                <a:close/>
              </a:path>
            </a:pathLst>
          </a:custGeom>
          <a:solidFill>
            <a:schemeClr val="dk1"/>
          </a:solid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agenda">
  <p:cSld name="BLANK_1_1_1_1_1_1_1_1_1_1_1">
    <p:spTree>
      <p:nvGrpSpPr>
        <p:cNvPr id="1" name="Shape 112"/>
        <p:cNvGrpSpPr/>
        <p:nvPr/>
      </p:nvGrpSpPr>
      <p:grpSpPr>
        <a:xfrm>
          <a:off x="0" y="0"/>
          <a:ext cx="0" cy="0"/>
          <a:chOff x="0" y="0"/>
          <a:chExt cx="0" cy="0"/>
        </a:xfrm>
      </p:grpSpPr>
      <p:sp>
        <p:nvSpPr>
          <p:cNvPr id="113" name="Google Shape;113;p4"/>
          <p:cNvSpPr txBox="1">
            <a:spLocks noGrp="1"/>
          </p:cNvSpPr>
          <p:nvPr>
            <p:ph type="body" idx="1"/>
          </p:nvPr>
        </p:nvSpPr>
        <p:spPr>
          <a:xfrm>
            <a:off x="925650" y="1204025"/>
            <a:ext cx="4028700" cy="3671400"/>
          </a:xfrm>
          <a:prstGeom prst="rect">
            <a:avLst/>
          </a:prstGeom>
        </p:spPr>
        <p:txBody>
          <a:bodyPr spcFirstLastPara="1" wrap="square" lIns="91425" tIns="91425" rIns="91425" bIns="91425" anchor="t" anchorCtr="0">
            <a:normAutofit/>
          </a:bodyPr>
          <a:lstStyle>
            <a:lvl1pPr marL="457200" lvl="0"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1pPr>
            <a:lvl2pPr marL="914400" lvl="1"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2pPr>
            <a:lvl3pPr marL="1371600" lvl="2"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3pPr>
            <a:lvl4pPr marL="1828800" lvl="3"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4pPr>
            <a:lvl5pPr marL="2286000" lvl="4"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5pPr>
            <a:lvl6pPr marL="2743200" lvl="5"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6pPr>
            <a:lvl7pPr marL="3200400" lvl="6"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7pPr>
            <a:lvl8pPr marL="3657600" lvl="7"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8pPr>
            <a:lvl9pPr marL="4114800" lvl="8" indent="-323850">
              <a:lnSpc>
                <a:spcPct val="170000"/>
              </a:lnSpc>
              <a:spcBef>
                <a:spcPts val="0"/>
              </a:spcBef>
              <a:spcAft>
                <a:spcPts val="0"/>
              </a:spcAft>
              <a:buSzPts val="1500"/>
              <a:buFont typeface="Manrope Medium"/>
              <a:buChar char="■"/>
              <a:defRPr sz="1500">
                <a:latin typeface="Manrope Medium"/>
                <a:ea typeface="Manrope Medium"/>
                <a:cs typeface="Manrope Medium"/>
                <a:sym typeface="Manrope Medium"/>
              </a:defRPr>
            </a:lvl9pPr>
          </a:lstStyle>
          <a:p>
            <a:endParaRPr/>
          </a:p>
        </p:txBody>
      </p:sp>
      <p:grpSp>
        <p:nvGrpSpPr>
          <p:cNvPr id="114" name="Google Shape;114;p4"/>
          <p:cNvGrpSpPr/>
          <p:nvPr/>
        </p:nvGrpSpPr>
        <p:grpSpPr>
          <a:xfrm>
            <a:off x="-6750" y="576950"/>
            <a:ext cx="9144146" cy="4114800"/>
            <a:chOff x="-6750" y="576950"/>
            <a:chExt cx="9144146" cy="4114800"/>
          </a:xfrm>
        </p:grpSpPr>
        <p:cxnSp>
          <p:nvCxnSpPr>
            <p:cNvPr id="115" name="Google Shape;115;p4"/>
            <p:cNvCxnSpPr/>
            <p:nvPr/>
          </p:nvCxnSpPr>
          <p:spPr>
            <a:xfrm>
              <a:off x="-6750" y="57695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16" name="Google Shape;116;p4"/>
            <p:cNvCxnSpPr/>
            <p:nvPr/>
          </p:nvCxnSpPr>
          <p:spPr>
            <a:xfrm>
              <a:off x="-4" y="109130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17" name="Google Shape;117;p4"/>
            <p:cNvCxnSpPr/>
            <p:nvPr/>
          </p:nvCxnSpPr>
          <p:spPr>
            <a:xfrm>
              <a:off x="-4" y="160565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18" name="Google Shape;118;p4"/>
            <p:cNvCxnSpPr/>
            <p:nvPr/>
          </p:nvCxnSpPr>
          <p:spPr>
            <a:xfrm>
              <a:off x="-4" y="212000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19" name="Google Shape;119;p4"/>
            <p:cNvCxnSpPr/>
            <p:nvPr/>
          </p:nvCxnSpPr>
          <p:spPr>
            <a:xfrm>
              <a:off x="-4" y="263435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20" name="Google Shape;120;p4"/>
            <p:cNvCxnSpPr/>
            <p:nvPr/>
          </p:nvCxnSpPr>
          <p:spPr>
            <a:xfrm>
              <a:off x="-4" y="314870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21" name="Google Shape;121;p4"/>
            <p:cNvCxnSpPr/>
            <p:nvPr/>
          </p:nvCxnSpPr>
          <p:spPr>
            <a:xfrm>
              <a:off x="-4" y="366305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22" name="Google Shape;122;p4"/>
            <p:cNvCxnSpPr/>
            <p:nvPr/>
          </p:nvCxnSpPr>
          <p:spPr>
            <a:xfrm>
              <a:off x="-4" y="4177400"/>
              <a:ext cx="9137400" cy="0"/>
            </a:xfrm>
            <a:prstGeom prst="straightConnector1">
              <a:avLst/>
            </a:prstGeom>
            <a:noFill/>
            <a:ln w="9525" cap="flat" cmpd="sng">
              <a:solidFill>
                <a:schemeClr val="accent5"/>
              </a:solidFill>
              <a:prstDash val="solid"/>
              <a:round/>
              <a:headEnd type="none" w="sm" len="sm"/>
              <a:tailEnd type="none" w="sm" len="sm"/>
            </a:ln>
          </p:spPr>
        </p:cxnSp>
        <p:cxnSp>
          <p:nvCxnSpPr>
            <p:cNvPr id="123" name="Google Shape;123;p4"/>
            <p:cNvCxnSpPr/>
            <p:nvPr/>
          </p:nvCxnSpPr>
          <p:spPr>
            <a:xfrm>
              <a:off x="-4" y="4691750"/>
              <a:ext cx="9137400" cy="0"/>
            </a:xfrm>
            <a:prstGeom prst="straightConnector1">
              <a:avLst/>
            </a:prstGeom>
            <a:noFill/>
            <a:ln w="9525" cap="flat" cmpd="sng">
              <a:solidFill>
                <a:schemeClr val="accent5"/>
              </a:solidFill>
              <a:prstDash val="solid"/>
              <a:round/>
              <a:headEnd type="none" w="sm" len="sm"/>
              <a:tailEnd type="none" w="sm" len="sm"/>
            </a:ln>
          </p:spPr>
        </p:cxnSp>
      </p:grpSp>
      <p:cxnSp>
        <p:nvCxnSpPr>
          <p:cNvPr id="124" name="Google Shape;124;p4"/>
          <p:cNvCxnSpPr/>
          <p:nvPr/>
        </p:nvCxnSpPr>
        <p:spPr>
          <a:xfrm>
            <a:off x="710300" y="0"/>
            <a:ext cx="0" cy="5143500"/>
          </a:xfrm>
          <a:prstGeom prst="straightConnector1">
            <a:avLst/>
          </a:prstGeom>
          <a:noFill/>
          <a:ln w="9525" cap="flat" cmpd="sng">
            <a:solidFill>
              <a:schemeClr val="accent1"/>
            </a:solidFill>
            <a:prstDash val="solid"/>
            <a:round/>
            <a:headEnd type="none" w="sm" len="sm"/>
            <a:tailEnd type="none" w="sm" len="sm"/>
          </a:ln>
        </p:spPr>
      </p:cxnSp>
      <p:cxnSp>
        <p:nvCxnSpPr>
          <p:cNvPr id="125" name="Google Shape;125;p4"/>
          <p:cNvCxnSpPr/>
          <p:nvPr/>
        </p:nvCxnSpPr>
        <p:spPr>
          <a:xfrm>
            <a:off x="664825" y="0"/>
            <a:ext cx="0" cy="5143500"/>
          </a:xfrm>
          <a:prstGeom prst="straightConnector1">
            <a:avLst/>
          </a:prstGeom>
          <a:noFill/>
          <a:ln w="9525" cap="flat" cmpd="sng">
            <a:solidFill>
              <a:schemeClr val="accent1"/>
            </a:solidFill>
            <a:prstDash val="solid"/>
            <a:round/>
            <a:headEnd type="none" w="sm" len="sm"/>
            <a:tailEnd type="none" w="sm" len="sm"/>
          </a:ln>
        </p:spPr>
      </p:cxnSp>
      <p:sp>
        <p:nvSpPr>
          <p:cNvPr id="126" name="Google Shape;126;p4"/>
          <p:cNvSpPr/>
          <p:nvPr/>
        </p:nvSpPr>
        <p:spPr>
          <a:xfrm>
            <a:off x="245425" y="1542047"/>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127" name="Google Shape;127;p4"/>
          <p:cNvSpPr/>
          <p:nvPr/>
        </p:nvSpPr>
        <p:spPr>
          <a:xfrm>
            <a:off x="245425" y="3599460"/>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128" name="Google Shape;128;p4"/>
          <p:cNvSpPr txBox="1">
            <a:spLocks noGrp="1"/>
          </p:cNvSpPr>
          <p:nvPr>
            <p:ph type="title"/>
          </p:nvPr>
        </p:nvSpPr>
        <p:spPr>
          <a:xfrm rot="-289081">
            <a:off x="587746" y="495097"/>
            <a:ext cx="2100221" cy="569601"/>
          </a:xfrm>
          <a:prstGeom prst="rect">
            <a:avLst/>
          </a:prstGeom>
          <a:solidFill>
            <a:schemeClr val="dk2"/>
          </a:solidFill>
        </p:spPr>
        <p:txBody>
          <a:bodyPr spcFirstLastPara="1" wrap="square" lIns="91425" tIns="91425" rIns="91425" bIns="91425" anchor="ctr" anchorCtr="0">
            <a:noAutofit/>
          </a:bodyPr>
          <a:lstStyle>
            <a:lvl1pPr lvl="0" algn="ctr">
              <a:spcBef>
                <a:spcPts val="0"/>
              </a:spcBef>
              <a:spcAft>
                <a:spcPts val="0"/>
              </a:spcAft>
              <a:buSzPts val="3000"/>
              <a:buFont typeface="Anton"/>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Next Quarter's Goals">
  <p:cSld name="CUSTOM_1_1_3_1_1">
    <p:spTree>
      <p:nvGrpSpPr>
        <p:cNvPr id="1" name="Shape 129"/>
        <p:cNvGrpSpPr/>
        <p:nvPr/>
      </p:nvGrpSpPr>
      <p:grpSpPr>
        <a:xfrm>
          <a:off x="0" y="0"/>
          <a:ext cx="0" cy="0"/>
          <a:chOff x="0" y="0"/>
          <a:chExt cx="0" cy="0"/>
        </a:xfrm>
      </p:grpSpPr>
      <p:grpSp>
        <p:nvGrpSpPr>
          <p:cNvPr id="130" name="Google Shape;130;p5"/>
          <p:cNvGrpSpPr/>
          <p:nvPr/>
        </p:nvGrpSpPr>
        <p:grpSpPr>
          <a:xfrm>
            <a:off x="392964" y="576950"/>
            <a:ext cx="8764835" cy="4114800"/>
            <a:chOff x="374175" y="576950"/>
            <a:chExt cx="8783280" cy="4114800"/>
          </a:xfrm>
        </p:grpSpPr>
        <p:cxnSp>
          <p:nvCxnSpPr>
            <p:cNvPr id="131" name="Google Shape;131;p5"/>
            <p:cNvCxnSpPr/>
            <p:nvPr/>
          </p:nvCxnSpPr>
          <p:spPr>
            <a:xfrm>
              <a:off x="374175" y="576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2" name="Google Shape;132;p5"/>
            <p:cNvCxnSpPr/>
            <p:nvPr/>
          </p:nvCxnSpPr>
          <p:spPr>
            <a:xfrm>
              <a:off x="380655" y="1110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3" name="Google Shape;133;p5"/>
            <p:cNvCxnSpPr/>
            <p:nvPr/>
          </p:nvCxnSpPr>
          <p:spPr>
            <a:xfrm>
              <a:off x="380655" y="1643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4" name="Google Shape;134;p5"/>
            <p:cNvCxnSpPr/>
            <p:nvPr/>
          </p:nvCxnSpPr>
          <p:spPr>
            <a:xfrm>
              <a:off x="380655" y="2100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5" name="Google Shape;135;p5"/>
            <p:cNvCxnSpPr/>
            <p:nvPr/>
          </p:nvCxnSpPr>
          <p:spPr>
            <a:xfrm>
              <a:off x="380655" y="2634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6" name="Google Shape;136;p5"/>
            <p:cNvCxnSpPr/>
            <p:nvPr/>
          </p:nvCxnSpPr>
          <p:spPr>
            <a:xfrm>
              <a:off x="380655" y="3167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7" name="Google Shape;137;p5"/>
            <p:cNvCxnSpPr/>
            <p:nvPr/>
          </p:nvCxnSpPr>
          <p:spPr>
            <a:xfrm>
              <a:off x="380655" y="3624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8" name="Google Shape;138;p5"/>
            <p:cNvCxnSpPr/>
            <p:nvPr/>
          </p:nvCxnSpPr>
          <p:spPr>
            <a:xfrm>
              <a:off x="380655" y="4158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39" name="Google Shape;139;p5"/>
            <p:cNvCxnSpPr/>
            <p:nvPr/>
          </p:nvCxnSpPr>
          <p:spPr>
            <a:xfrm>
              <a:off x="380655" y="4691750"/>
              <a:ext cx="8776800" cy="0"/>
            </a:xfrm>
            <a:prstGeom prst="straightConnector1">
              <a:avLst/>
            </a:prstGeom>
            <a:noFill/>
            <a:ln w="9525" cap="flat" cmpd="sng">
              <a:solidFill>
                <a:schemeClr val="accent5"/>
              </a:solidFill>
              <a:prstDash val="solid"/>
              <a:round/>
              <a:headEnd type="none" w="sm" len="sm"/>
              <a:tailEnd type="none" w="sm" len="sm"/>
            </a:ln>
          </p:spPr>
        </p:cxnSp>
      </p:grpSp>
      <p:cxnSp>
        <p:nvCxnSpPr>
          <p:cNvPr id="140" name="Google Shape;140;p5"/>
          <p:cNvCxnSpPr/>
          <p:nvPr/>
        </p:nvCxnSpPr>
        <p:spPr>
          <a:xfrm>
            <a:off x="392950" y="-20266"/>
            <a:ext cx="0" cy="5165700"/>
          </a:xfrm>
          <a:prstGeom prst="straightConnector1">
            <a:avLst/>
          </a:prstGeom>
          <a:noFill/>
          <a:ln w="9525" cap="flat" cmpd="sng">
            <a:solidFill>
              <a:schemeClr val="accent5"/>
            </a:solidFill>
            <a:prstDash val="solid"/>
            <a:round/>
            <a:headEnd type="none" w="sm" len="sm"/>
            <a:tailEnd type="none" w="sm" len="sm"/>
          </a:ln>
        </p:spPr>
      </p:cxnSp>
      <p:grpSp>
        <p:nvGrpSpPr>
          <p:cNvPr id="141" name="Google Shape;141;p5"/>
          <p:cNvGrpSpPr/>
          <p:nvPr/>
        </p:nvGrpSpPr>
        <p:grpSpPr>
          <a:xfrm>
            <a:off x="114421" y="175123"/>
            <a:ext cx="134104" cy="4750255"/>
            <a:chOff x="114421" y="175123"/>
            <a:chExt cx="134104" cy="4750255"/>
          </a:xfrm>
        </p:grpSpPr>
        <p:grpSp>
          <p:nvGrpSpPr>
            <p:cNvPr id="142" name="Google Shape;142;p5"/>
            <p:cNvGrpSpPr/>
            <p:nvPr/>
          </p:nvGrpSpPr>
          <p:grpSpPr>
            <a:xfrm>
              <a:off x="114421" y="175123"/>
              <a:ext cx="134104" cy="4334807"/>
              <a:chOff x="5432271" y="383100"/>
              <a:chExt cx="137854" cy="4456010"/>
            </a:xfrm>
          </p:grpSpPr>
          <p:grpSp>
            <p:nvGrpSpPr>
              <p:cNvPr id="143" name="Google Shape;143;p5"/>
              <p:cNvGrpSpPr/>
              <p:nvPr/>
            </p:nvGrpSpPr>
            <p:grpSpPr>
              <a:xfrm>
                <a:off x="5432271" y="383100"/>
                <a:ext cx="137854" cy="981668"/>
                <a:chOff x="5432271" y="383100"/>
                <a:chExt cx="137854" cy="981668"/>
              </a:xfrm>
            </p:grpSpPr>
            <p:sp>
              <p:nvSpPr>
                <p:cNvPr id="144" name="Google Shape;144;p5"/>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45" name="Google Shape;145;p5"/>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46" name="Google Shape;146;p5"/>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147" name="Google Shape;147;p5"/>
              <p:cNvGrpSpPr/>
              <p:nvPr/>
            </p:nvGrpSpPr>
            <p:grpSpPr>
              <a:xfrm>
                <a:off x="5432271" y="1678500"/>
                <a:ext cx="137854" cy="981668"/>
                <a:chOff x="5432271" y="383100"/>
                <a:chExt cx="137854" cy="981668"/>
              </a:xfrm>
            </p:grpSpPr>
            <p:sp>
              <p:nvSpPr>
                <p:cNvPr id="148" name="Google Shape;148;p5"/>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49" name="Google Shape;149;p5"/>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50" name="Google Shape;150;p5"/>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151" name="Google Shape;151;p5"/>
              <p:cNvGrpSpPr/>
              <p:nvPr/>
            </p:nvGrpSpPr>
            <p:grpSpPr>
              <a:xfrm>
                <a:off x="5432271" y="2973900"/>
                <a:ext cx="137854" cy="981668"/>
                <a:chOff x="5432271" y="383100"/>
                <a:chExt cx="137854" cy="981668"/>
              </a:xfrm>
            </p:grpSpPr>
            <p:sp>
              <p:nvSpPr>
                <p:cNvPr id="152" name="Google Shape;152;p5"/>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53" name="Google Shape;153;p5"/>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54" name="Google Shape;154;p5"/>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155" name="Google Shape;155;p5"/>
              <p:cNvGrpSpPr/>
              <p:nvPr/>
            </p:nvGrpSpPr>
            <p:grpSpPr>
              <a:xfrm>
                <a:off x="5432271" y="4269300"/>
                <a:ext cx="137854" cy="569810"/>
                <a:chOff x="5432271" y="383100"/>
                <a:chExt cx="137854" cy="569810"/>
              </a:xfrm>
            </p:grpSpPr>
            <p:sp>
              <p:nvSpPr>
                <p:cNvPr id="156" name="Google Shape;156;p5"/>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57" name="Google Shape;157;p5"/>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sp>
          <p:nvSpPr>
            <p:cNvPr id="158" name="Google Shape;158;p5"/>
            <p:cNvSpPr/>
            <p:nvPr/>
          </p:nvSpPr>
          <p:spPr>
            <a:xfrm>
              <a:off x="115150" y="4798178"/>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sp>
        <p:nvSpPr>
          <p:cNvPr id="159" name="Google Shape;159;p5"/>
          <p:cNvSpPr txBox="1">
            <a:spLocks noGrp="1"/>
          </p:cNvSpPr>
          <p:nvPr>
            <p:ph type="title"/>
          </p:nvPr>
        </p:nvSpPr>
        <p:spPr>
          <a:xfrm>
            <a:off x="513300" y="419950"/>
            <a:ext cx="2641500" cy="1015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1400"/>
              <a:buNone/>
              <a:defRPr b="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160" name="Google Shape;160;p5"/>
          <p:cNvSpPr txBox="1">
            <a:spLocks noGrp="1"/>
          </p:cNvSpPr>
          <p:nvPr>
            <p:ph type="body" idx="1"/>
          </p:nvPr>
        </p:nvSpPr>
        <p:spPr>
          <a:xfrm>
            <a:off x="3993050" y="2658175"/>
            <a:ext cx="4312800" cy="1011900"/>
          </a:xfrm>
          <a:prstGeom prst="rect">
            <a:avLst/>
          </a:prstGeom>
        </p:spPr>
        <p:txBody>
          <a:bodyPr spcFirstLastPara="1" wrap="square" lIns="91425" tIns="91425" rIns="91425" bIns="91425" anchor="ctr" anchorCtr="0">
            <a:noAutofit/>
          </a:bodyPr>
          <a:lstStyle>
            <a:lvl1pPr marL="457200" lvl="0" indent="-292100">
              <a:lnSpc>
                <a:spcPct val="100000"/>
              </a:lnSpc>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nSpc>
                <a:spcPct val="100000"/>
              </a:lnSpc>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161" name="Google Shape;161;p5"/>
          <p:cNvSpPr txBox="1">
            <a:spLocks noGrp="1"/>
          </p:cNvSpPr>
          <p:nvPr>
            <p:ph type="body" idx="2"/>
          </p:nvPr>
        </p:nvSpPr>
        <p:spPr>
          <a:xfrm>
            <a:off x="3993050" y="3668450"/>
            <a:ext cx="4312800" cy="1011900"/>
          </a:xfrm>
          <a:prstGeom prst="rect">
            <a:avLst/>
          </a:prstGeom>
        </p:spPr>
        <p:txBody>
          <a:bodyPr spcFirstLastPara="1" wrap="square" lIns="91425" tIns="91425" rIns="91425" bIns="91425" anchor="ctr" anchorCtr="0">
            <a:noAutofit/>
          </a:bodyPr>
          <a:lstStyle>
            <a:lvl1pPr marL="457200" lvl="0" indent="-292100">
              <a:lnSpc>
                <a:spcPct val="100000"/>
              </a:lnSpc>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nSpc>
                <a:spcPct val="100000"/>
              </a:lnSpc>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162" name="Google Shape;162;p5"/>
          <p:cNvSpPr txBox="1">
            <a:spLocks noGrp="1"/>
          </p:cNvSpPr>
          <p:nvPr>
            <p:ph type="body" idx="3"/>
          </p:nvPr>
        </p:nvSpPr>
        <p:spPr>
          <a:xfrm>
            <a:off x="3993050" y="1644550"/>
            <a:ext cx="4312800" cy="1011900"/>
          </a:xfrm>
          <a:prstGeom prst="rect">
            <a:avLst/>
          </a:prstGeom>
        </p:spPr>
        <p:txBody>
          <a:bodyPr spcFirstLastPara="1" wrap="square" lIns="91425" tIns="91425" rIns="91425" bIns="91425" anchor="ctr" anchorCtr="0">
            <a:noAutofit/>
          </a:bodyPr>
          <a:lstStyle>
            <a:lvl1pPr marL="457200" lvl="0" indent="-292100">
              <a:lnSpc>
                <a:spcPct val="100000"/>
              </a:lnSpc>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nSpc>
                <a:spcPct val="100000"/>
              </a:lnSpc>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nSpc>
                <a:spcPct val="100000"/>
              </a:lnSpc>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163" name="Google Shape;163;p5"/>
          <p:cNvSpPr txBox="1">
            <a:spLocks noGrp="1"/>
          </p:cNvSpPr>
          <p:nvPr>
            <p:ph type="title" idx="4"/>
          </p:nvPr>
        </p:nvSpPr>
        <p:spPr>
          <a:xfrm>
            <a:off x="1075800" y="2925625"/>
            <a:ext cx="29172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900"/>
              <a:buNone/>
              <a:defRPr sz="1900" b="0"/>
            </a:lvl1pPr>
            <a:lvl2pPr lvl="1">
              <a:lnSpc>
                <a:spcPct val="100000"/>
              </a:lnSpc>
              <a:spcBef>
                <a:spcPts val="0"/>
              </a:spcBef>
              <a:spcAft>
                <a:spcPts val="0"/>
              </a:spcAft>
              <a:buClr>
                <a:schemeClr val="lt1"/>
              </a:buClr>
              <a:buSzPts val="1900"/>
              <a:buNone/>
              <a:defRPr sz="1900"/>
            </a:lvl2pPr>
            <a:lvl3pPr lvl="2">
              <a:lnSpc>
                <a:spcPct val="100000"/>
              </a:lnSpc>
              <a:spcBef>
                <a:spcPts val="0"/>
              </a:spcBef>
              <a:spcAft>
                <a:spcPts val="0"/>
              </a:spcAft>
              <a:buClr>
                <a:schemeClr val="lt1"/>
              </a:buClr>
              <a:buSzPts val="1900"/>
              <a:buNone/>
              <a:defRPr sz="1900"/>
            </a:lvl3pPr>
            <a:lvl4pPr lvl="3">
              <a:lnSpc>
                <a:spcPct val="100000"/>
              </a:lnSpc>
              <a:spcBef>
                <a:spcPts val="0"/>
              </a:spcBef>
              <a:spcAft>
                <a:spcPts val="0"/>
              </a:spcAft>
              <a:buClr>
                <a:schemeClr val="lt1"/>
              </a:buClr>
              <a:buSzPts val="1900"/>
              <a:buNone/>
              <a:defRPr sz="1900"/>
            </a:lvl4pPr>
            <a:lvl5pPr lvl="4">
              <a:lnSpc>
                <a:spcPct val="100000"/>
              </a:lnSpc>
              <a:spcBef>
                <a:spcPts val="0"/>
              </a:spcBef>
              <a:spcAft>
                <a:spcPts val="0"/>
              </a:spcAft>
              <a:buClr>
                <a:schemeClr val="lt1"/>
              </a:buClr>
              <a:buSzPts val="1900"/>
              <a:buNone/>
              <a:defRPr sz="1900"/>
            </a:lvl5pPr>
            <a:lvl6pPr lvl="5">
              <a:lnSpc>
                <a:spcPct val="100000"/>
              </a:lnSpc>
              <a:spcBef>
                <a:spcPts val="0"/>
              </a:spcBef>
              <a:spcAft>
                <a:spcPts val="0"/>
              </a:spcAft>
              <a:buClr>
                <a:schemeClr val="lt1"/>
              </a:buClr>
              <a:buSzPts val="1900"/>
              <a:buNone/>
              <a:defRPr sz="1900"/>
            </a:lvl6pPr>
            <a:lvl7pPr lvl="6">
              <a:lnSpc>
                <a:spcPct val="100000"/>
              </a:lnSpc>
              <a:spcBef>
                <a:spcPts val="0"/>
              </a:spcBef>
              <a:spcAft>
                <a:spcPts val="0"/>
              </a:spcAft>
              <a:buClr>
                <a:schemeClr val="lt1"/>
              </a:buClr>
              <a:buSzPts val="1900"/>
              <a:buNone/>
              <a:defRPr sz="1900"/>
            </a:lvl7pPr>
            <a:lvl8pPr lvl="7">
              <a:lnSpc>
                <a:spcPct val="100000"/>
              </a:lnSpc>
              <a:spcBef>
                <a:spcPts val="0"/>
              </a:spcBef>
              <a:spcAft>
                <a:spcPts val="0"/>
              </a:spcAft>
              <a:buClr>
                <a:schemeClr val="lt1"/>
              </a:buClr>
              <a:buSzPts val="1900"/>
              <a:buNone/>
              <a:defRPr sz="1900"/>
            </a:lvl8pPr>
            <a:lvl9pPr lvl="8">
              <a:lnSpc>
                <a:spcPct val="100000"/>
              </a:lnSpc>
              <a:spcBef>
                <a:spcPts val="0"/>
              </a:spcBef>
              <a:spcAft>
                <a:spcPts val="0"/>
              </a:spcAft>
              <a:buClr>
                <a:schemeClr val="lt1"/>
              </a:buClr>
              <a:buSzPts val="1900"/>
              <a:buNone/>
              <a:defRPr sz="1900"/>
            </a:lvl9pPr>
          </a:lstStyle>
          <a:p>
            <a:endParaRPr/>
          </a:p>
        </p:txBody>
      </p:sp>
      <p:sp>
        <p:nvSpPr>
          <p:cNvPr id="164" name="Google Shape;164;p5"/>
          <p:cNvSpPr txBox="1">
            <a:spLocks noGrp="1"/>
          </p:cNvSpPr>
          <p:nvPr>
            <p:ph type="title" idx="5"/>
          </p:nvPr>
        </p:nvSpPr>
        <p:spPr>
          <a:xfrm>
            <a:off x="1075800" y="3935900"/>
            <a:ext cx="29172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900"/>
              <a:buNone/>
              <a:defRPr sz="1900" b="0"/>
            </a:lvl1pPr>
            <a:lvl2pPr lvl="1">
              <a:lnSpc>
                <a:spcPct val="100000"/>
              </a:lnSpc>
              <a:spcBef>
                <a:spcPts val="0"/>
              </a:spcBef>
              <a:spcAft>
                <a:spcPts val="0"/>
              </a:spcAft>
              <a:buClr>
                <a:schemeClr val="lt1"/>
              </a:buClr>
              <a:buSzPts val="1900"/>
              <a:buNone/>
              <a:defRPr sz="1900"/>
            </a:lvl2pPr>
            <a:lvl3pPr lvl="2">
              <a:lnSpc>
                <a:spcPct val="100000"/>
              </a:lnSpc>
              <a:spcBef>
                <a:spcPts val="0"/>
              </a:spcBef>
              <a:spcAft>
                <a:spcPts val="0"/>
              </a:spcAft>
              <a:buClr>
                <a:schemeClr val="lt1"/>
              </a:buClr>
              <a:buSzPts val="1900"/>
              <a:buNone/>
              <a:defRPr sz="1900"/>
            </a:lvl3pPr>
            <a:lvl4pPr lvl="3">
              <a:lnSpc>
                <a:spcPct val="100000"/>
              </a:lnSpc>
              <a:spcBef>
                <a:spcPts val="0"/>
              </a:spcBef>
              <a:spcAft>
                <a:spcPts val="0"/>
              </a:spcAft>
              <a:buClr>
                <a:schemeClr val="lt1"/>
              </a:buClr>
              <a:buSzPts val="1900"/>
              <a:buNone/>
              <a:defRPr sz="1900"/>
            </a:lvl4pPr>
            <a:lvl5pPr lvl="4">
              <a:lnSpc>
                <a:spcPct val="100000"/>
              </a:lnSpc>
              <a:spcBef>
                <a:spcPts val="0"/>
              </a:spcBef>
              <a:spcAft>
                <a:spcPts val="0"/>
              </a:spcAft>
              <a:buClr>
                <a:schemeClr val="lt1"/>
              </a:buClr>
              <a:buSzPts val="1900"/>
              <a:buNone/>
              <a:defRPr sz="1900"/>
            </a:lvl5pPr>
            <a:lvl6pPr lvl="5">
              <a:lnSpc>
                <a:spcPct val="100000"/>
              </a:lnSpc>
              <a:spcBef>
                <a:spcPts val="0"/>
              </a:spcBef>
              <a:spcAft>
                <a:spcPts val="0"/>
              </a:spcAft>
              <a:buClr>
                <a:schemeClr val="lt1"/>
              </a:buClr>
              <a:buSzPts val="1900"/>
              <a:buNone/>
              <a:defRPr sz="1900"/>
            </a:lvl6pPr>
            <a:lvl7pPr lvl="6">
              <a:lnSpc>
                <a:spcPct val="100000"/>
              </a:lnSpc>
              <a:spcBef>
                <a:spcPts val="0"/>
              </a:spcBef>
              <a:spcAft>
                <a:spcPts val="0"/>
              </a:spcAft>
              <a:buClr>
                <a:schemeClr val="lt1"/>
              </a:buClr>
              <a:buSzPts val="1900"/>
              <a:buNone/>
              <a:defRPr sz="1900"/>
            </a:lvl7pPr>
            <a:lvl8pPr lvl="7">
              <a:lnSpc>
                <a:spcPct val="100000"/>
              </a:lnSpc>
              <a:spcBef>
                <a:spcPts val="0"/>
              </a:spcBef>
              <a:spcAft>
                <a:spcPts val="0"/>
              </a:spcAft>
              <a:buClr>
                <a:schemeClr val="lt1"/>
              </a:buClr>
              <a:buSzPts val="1900"/>
              <a:buNone/>
              <a:defRPr sz="1900"/>
            </a:lvl8pPr>
            <a:lvl9pPr lvl="8">
              <a:lnSpc>
                <a:spcPct val="100000"/>
              </a:lnSpc>
              <a:spcBef>
                <a:spcPts val="0"/>
              </a:spcBef>
              <a:spcAft>
                <a:spcPts val="0"/>
              </a:spcAft>
              <a:buClr>
                <a:schemeClr val="lt1"/>
              </a:buClr>
              <a:buSzPts val="1900"/>
              <a:buNone/>
              <a:defRPr sz="1900"/>
            </a:lvl9pPr>
          </a:lstStyle>
          <a:p>
            <a:endParaRPr/>
          </a:p>
        </p:txBody>
      </p:sp>
      <p:sp>
        <p:nvSpPr>
          <p:cNvPr id="165" name="Google Shape;165;p5"/>
          <p:cNvSpPr txBox="1">
            <a:spLocks noGrp="1"/>
          </p:cNvSpPr>
          <p:nvPr>
            <p:ph type="title" idx="6"/>
          </p:nvPr>
        </p:nvSpPr>
        <p:spPr>
          <a:xfrm>
            <a:off x="1075800" y="1912000"/>
            <a:ext cx="29172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900"/>
              <a:buNone/>
              <a:defRPr sz="1900" b="0"/>
            </a:lvl1pPr>
            <a:lvl2pPr lvl="1">
              <a:lnSpc>
                <a:spcPct val="100000"/>
              </a:lnSpc>
              <a:spcBef>
                <a:spcPts val="0"/>
              </a:spcBef>
              <a:spcAft>
                <a:spcPts val="0"/>
              </a:spcAft>
              <a:buClr>
                <a:schemeClr val="lt1"/>
              </a:buClr>
              <a:buSzPts val="1900"/>
              <a:buNone/>
              <a:defRPr sz="1900"/>
            </a:lvl2pPr>
            <a:lvl3pPr lvl="2">
              <a:lnSpc>
                <a:spcPct val="100000"/>
              </a:lnSpc>
              <a:spcBef>
                <a:spcPts val="0"/>
              </a:spcBef>
              <a:spcAft>
                <a:spcPts val="0"/>
              </a:spcAft>
              <a:buClr>
                <a:schemeClr val="lt1"/>
              </a:buClr>
              <a:buSzPts val="1900"/>
              <a:buNone/>
              <a:defRPr sz="1900"/>
            </a:lvl3pPr>
            <a:lvl4pPr lvl="3">
              <a:lnSpc>
                <a:spcPct val="100000"/>
              </a:lnSpc>
              <a:spcBef>
                <a:spcPts val="0"/>
              </a:spcBef>
              <a:spcAft>
                <a:spcPts val="0"/>
              </a:spcAft>
              <a:buClr>
                <a:schemeClr val="lt1"/>
              </a:buClr>
              <a:buSzPts val="1900"/>
              <a:buNone/>
              <a:defRPr sz="1900"/>
            </a:lvl4pPr>
            <a:lvl5pPr lvl="4">
              <a:lnSpc>
                <a:spcPct val="100000"/>
              </a:lnSpc>
              <a:spcBef>
                <a:spcPts val="0"/>
              </a:spcBef>
              <a:spcAft>
                <a:spcPts val="0"/>
              </a:spcAft>
              <a:buClr>
                <a:schemeClr val="lt1"/>
              </a:buClr>
              <a:buSzPts val="1900"/>
              <a:buNone/>
              <a:defRPr sz="1900"/>
            </a:lvl5pPr>
            <a:lvl6pPr lvl="5">
              <a:lnSpc>
                <a:spcPct val="100000"/>
              </a:lnSpc>
              <a:spcBef>
                <a:spcPts val="0"/>
              </a:spcBef>
              <a:spcAft>
                <a:spcPts val="0"/>
              </a:spcAft>
              <a:buClr>
                <a:schemeClr val="lt1"/>
              </a:buClr>
              <a:buSzPts val="1900"/>
              <a:buNone/>
              <a:defRPr sz="1900"/>
            </a:lvl6pPr>
            <a:lvl7pPr lvl="6">
              <a:lnSpc>
                <a:spcPct val="100000"/>
              </a:lnSpc>
              <a:spcBef>
                <a:spcPts val="0"/>
              </a:spcBef>
              <a:spcAft>
                <a:spcPts val="0"/>
              </a:spcAft>
              <a:buClr>
                <a:schemeClr val="lt1"/>
              </a:buClr>
              <a:buSzPts val="1900"/>
              <a:buNone/>
              <a:defRPr sz="1900"/>
            </a:lvl7pPr>
            <a:lvl8pPr lvl="7">
              <a:lnSpc>
                <a:spcPct val="100000"/>
              </a:lnSpc>
              <a:spcBef>
                <a:spcPts val="0"/>
              </a:spcBef>
              <a:spcAft>
                <a:spcPts val="0"/>
              </a:spcAft>
              <a:buClr>
                <a:schemeClr val="lt1"/>
              </a:buClr>
              <a:buSzPts val="1900"/>
              <a:buNone/>
              <a:defRPr sz="1900"/>
            </a:lvl8pPr>
            <a:lvl9pPr lvl="8">
              <a:lnSpc>
                <a:spcPct val="100000"/>
              </a:lnSpc>
              <a:spcBef>
                <a:spcPts val="0"/>
              </a:spcBef>
              <a:spcAft>
                <a:spcPts val="0"/>
              </a:spcAft>
              <a:buClr>
                <a:schemeClr val="lt1"/>
              </a:buClr>
              <a:buSzPts val="1900"/>
              <a:buNone/>
              <a:defRPr sz="1900"/>
            </a:lvl9pPr>
          </a:lstStyle>
          <a:p>
            <a:endParaRPr/>
          </a:p>
        </p:txBody>
      </p:sp>
      <p:sp>
        <p:nvSpPr>
          <p:cNvPr id="166" name="Google Shape;166;p5"/>
          <p:cNvSpPr txBox="1">
            <a:spLocks noGrp="1"/>
          </p:cNvSpPr>
          <p:nvPr>
            <p:ph type="title" idx="7"/>
          </p:nvPr>
        </p:nvSpPr>
        <p:spPr>
          <a:xfrm>
            <a:off x="543400" y="1912000"/>
            <a:ext cx="472800" cy="477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800"/>
              <a:buFont typeface="Manrope Medium"/>
              <a:buNone/>
              <a:defRPr sz="1800" b="0">
                <a:latin typeface="Manrope Medium"/>
                <a:ea typeface="Manrope Medium"/>
                <a:cs typeface="Manrope Medium"/>
                <a:sym typeface="Manrope Medium"/>
              </a:defRPr>
            </a:lvl1pPr>
            <a:lvl2pPr lvl="1">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2pPr>
            <a:lvl3pPr lvl="2">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3pPr>
            <a:lvl4pPr lvl="3">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4pPr>
            <a:lvl5pPr lvl="4">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5pPr>
            <a:lvl6pPr lvl="5">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6pPr>
            <a:lvl7pPr lvl="6">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7pPr>
            <a:lvl8pPr lvl="7">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8pPr>
            <a:lvl9pPr lvl="8">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9pPr>
          </a:lstStyle>
          <a:p>
            <a:endParaRPr/>
          </a:p>
        </p:txBody>
      </p:sp>
      <p:sp>
        <p:nvSpPr>
          <p:cNvPr id="167" name="Google Shape;167;p5"/>
          <p:cNvSpPr txBox="1">
            <a:spLocks noGrp="1"/>
          </p:cNvSpPr>
          <p:nvPr>
            <p:ph type="title" idx="8"/>
          </p:nvPr>
        </p:nvSpPr>
        <p:spPr>
          <a:xfrm>
            <a:off x="543400" y="2925625"/>
            <a:ext cx="472800" cy="477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800"/>
              <a:buFont typeface="Manrope Medium"/>
              <a:buNone/>
              <a:defRPr sz="1800" b="0">
                <a:latin typeface="Manrope Medium"/>
                <a:ea typeface="Manrope Medium"/>
                <a:cs typeface="Manrope Medium"/>
                <a:sym typeface="Manrope Medium"/>
              </a:defRPr>
            </a:lvl1pPr>
            <a:lvl2pPr lvl="1">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2pPr>
            <a:lvl3pPr lvl="2">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3pPr>
            <a:lvl4pPr lvl="3">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4pPr>
            <a:lvl5pPr lvl="4">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5pPr>
            <a:lvl6pPr lvl="5">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6pPr>
            <a:lvl7pPr lvl="6">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7pPr>
            <a:lvl8pPr lvl="7">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8pPr>
            <a:lvl9pPr lvl="8">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9pPr>
          </a:lstStyle>
          <a:p>
            <a:endParaRPr/>
          </a:p>
        </p:txBody>
      </p:sp>
      <p:sp>
        <p:nvSpPr>
          <p:cNvPr id="168" name="Google Shape;168;p5"/>
          <p:cNvSpPr txBox="1">
            <a:spLocks noGrp="1"/>
          </p:cNvSpPr>
          <p:nvPr>
            <p:ph type="title" idx="9"/>
          </p:nvPr>
        </p:nvSpPr>
        <p:spPr>
          <a:xfrm>
            <a:off x="543400" y="3935900"/>
            <a:ext cx="472800" cy="477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800"/>
              <a:buFont typeface="Manrope Medium"/>
              <a:buNone/>
              <a:defRPr sz="1800" b="0">
                <a:latin typeface="Manrope Medium"/>
                <a:ea typeface="Manrope Medium"/>
                <a:cs typeface="Manrope Medium"/>
                <a:sym typeface="Manrope Medium"/>
              </a:defRPr>
            </a:lvl1pPr>
            <a:lvl2pPr lvl="1">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2pPr>
            <a:lvl3pPr lvl="2">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3pPr>
            <a:lvl4pPr lvl="3">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4pPr>
            <a:lvl5pPr lvl="4">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5pPr>
            <a:lvl6pPr lvl="5">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6pPr>
            <a:lvl7pPr lvl="6">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7pPr>
            <a:lvl8pPr lvl="7">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8pPr>
            <a:lvl9pPr lvl="8">
              <a:spcBef>
                <a:spcPts val="0"/>
              </a:spcBef>
              <a:spcAft>
                <a:spcPts val="0"/>
              </a:spcAft>
              <a:buClr>
                <a:schemeClr val="lt1"/>
              </a:buClr>
              <a:buSzPts val="1800"/>
              <a:buFont typeface="Manrope Medium"/>
              <a:buNone/>
              <a:defRPr sz="1800">
                <a:latin typeface="Manrope Medium"/>
                <a:ea typeface="Manrope Medium"/>
                <a:cs typeface="Manrope Medium"/>
                <a:sym typeface="Manrope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Next Steps">
  <p:cSld name="CUSTOM_1_1_1_3_1">
    <p:bg>
      <p:bgPr>
        <a:solidFill>
          <a:schemeClr val="lt1"/>
        </a:solidFill>
        <a:effectLst/>
      </p:bgPr>
    </p:bg>
    <p:spTree>
      <p:nvGrpSpPr>
        <p:cNvPr id="1" name="Shape 169"/>
        <p:cNvGrpSpPr/>
        <p:nvPr/>
      </p:nvGrpSpPr>
      <p:grpSpPr>
        <a:xfrm>
          <a:off x="0" y="0"/>
          <a:ext cx="0" cy="0"/>
          <a:chOff x="0" y="0"/>
          <a:chExt cx="0" cy="0"/>
        </a:xfrm>
      </p:grpSpPr>
      <p:sp>
        <p:nvSpPr>
          <p:cNvPr id="170" name="Google Shape;170;p6"/>
          <p:cNvSpPr txBox="1">
            <a:spLocks noGrp="1"/>
          </p:cNvSpPr>
          <p:nvPr>
            <p:ph type="title"/>
          </p:nvPr>
        </p:nvSpPr>
        <p:spPr>
          <a:xfrm rot="276584">
            <a:off x="5845454" y="1487909"/>
            <a:ext cx="2123971" cy="496007"/>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b="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71" name="Google Shape;171;p6"/>
          <p:cNvSpPr txBox="1">
            <a:spLocks noGrp="1"/>
          </p:cNvSpPr>
          <p:nvPr>
            <p:ph type="body" idx="1"/>
          </p:nvPr>
        </p:nvSpPr>
        <p:spPr>
          <a:xfrm rot="274997">
            <a:off x="5798057" y="2041282"/>
            <a:ext cx="2121183" cy="603735"/>
          </a:xfrm>
          <a:prstGeom prst="rect">
            <a:avLst/>
          </a:prstGeom>
        </p:spPr>
        <p:txBody>
          <a:bodyPr spcFirstLastPara="1" wrap="square" lIns="91425" tIns="0" rIns="91425" bIns="0" anchor="t" anchorCtr="0">
            <a:norm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sp>
        <p:nvSpPr>
          <p:cNvPr id="172" name="Google Shape;172;p6"/>
          <p:cNvSpPr txBox="1">
            <a:spLocks noGrp="1"/>
          </p:cNvSpPr>
          <p:nvPr>
            <p:ph type="title" idx="2"/>
          </p:nvPr>
        </p:nvSpPr>
        <p:spPr>
          <a:xfrm rot="-689737">
            <a:off x="3250012" y="1354783"/>
            <a:ext cx="2124008" cy="495921"/>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b="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73" name="Google Shape;173;p6"/>
          <p:cNvSpPr txBox="1">
            <a:spLocks noGrp="1"/>
          </p:cNvSpPr>
          <p:nvPr>
            <p:ph type="body" idx="3"/>
          </p:nvPr>
        </p:nvSpPr>
        <p:spPr>
          <a:xfrm rot="-691086">
            <a:off x="3372841" y="1897943"/>
            <a:ext cx="2121422" cy="603767"/>
          </a:xfrm>
          <a:prstGeom prst="rect">
            <a:avLst/>
          </a:prstGeom>
        </p:spPr>
        <p:txBody>
          <a:bodyPr spcFirstLastPara="1" wrap="square" lIns="91425" tIns="0" rIns="91425" bIns="0" anchor="t" anchorCtr="0">
            <a:norm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sp>
        <p:nvSpPr>
          <p:cNvPr id="174" name="Google Shape;174;p6"/>
          <p:cNvSpPr txBox="1">
            <a:spLocks noGrp="1"/>
          </p:cNvSpPr>
          <p:nvPr>
            <p:ph type="title" idx="4"/>
          </p:nvPr>
        </p:nvSpPr>
        <p:spPr>
          <a:xfrm>
            <a:off x="508875" y="1801500"/>
            <a:ext cx="2645400" cy="16944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Clr>
                <a:schemeClr val="accent6"/>
              </a:buClr>
              <a:buSzPts val="6400"/>
              <a:buNone/>
              <a:defRPr sz="6000" b="0">
                <a:solidFill>
                  <a:schemeClr val="accent6"/>
                </a:solidFill>
              </a:defRPr>
            </a:lvl1pPr>
            <a:lvl2pPr lvl="1">
              <a:spcBef>
                <a:spcPts val="0"/>
              </a:spcBef>
              <a:spcAft>
                <a:spcPts val="0"/>
              </a:spcAft>
              <a:buClr>
                <a:schemeClr val="accent6"/>
              </a:buClr>
              <a:buSzPts val="1400"/>
              <a:buNone/>
              <a:defRPr>
                <a:solidFill>
                  <a:schemeClr val="accent6"/>
                </a:solidFill>
              </a:defRPr>
            </a:lvl2pPr>
            <a:lvl3pPr lvl="2">
              <a:spcBef>
                <a:spcPts val="0"/>
              </a:spcBef>
              <a:spcAft>
                <a:spcPts val="0"/>
              </a:spcAft>
              <a:buClr>
                <a:schemeClr val="accent6"/>
              </a:buClr>
              <a:buSzPts val="1400"/>
              <a:buNone/>
              <a:defRPr>
                <a:solidFill>
                  <a:schemeClr val="accent6"/>
                </a:solidFill>
              </a:defRPr>
            </a:lvl3pPr>
            <a:lvl4pPr lvl="3">
              <a:spcBef>
                <a:spcPts val="0"/>
              </a:spcBef>
              <a:spcAft>
                <a:spcPts val="0"/>
              </a:spcAft>
              <a:buClr>
                <a:schemeClr val="accent6"/>
              </a:buClr>
              <a:buSzPts val="1400"/>
              <a:buNone/>
              <a:defRPr>
                <a:solidFill>
                  <a:schemeClr val="accent6"/>
                </a:solidFill>
              </a:defRPr>
            </a:lvl4pPr>
            <a:lvl5pPr lvl="4">
              <a:spcBef>
                <a:spcPts val="0"/>
              </a:spcBef>
              <a:spcAft>
                <a:spcPts val="0"/>
              </a:spcAft>
              <a:buClr>
                <a:schemeClr val="accent6"/>
              </a:buClr>
              <a:buSzPts val="1400"/>
              <a:buNone/>
              <a:defRPr>
                <a:solidFill>
                  <a:schemeClr val="accent6"/>
                </a:solidFill>
              </a:defRPr>
            </a:lvl5pPr>
            <a:lvl6pPr lvl="5">
              <a:spcBef>
                <a:spcPts val="0"/>
              </a:spcBef>
              <a:spcAft>
                <a:spcPts val="0"/>
              </a:spcAft>
              <a:buClr>
                <a:schemeClr val="accent6"/>
              </a:buClr>
              <a:buSzPts val="1400"/>
              <a:buNone/>
              <a:defRPr>
                <a:solidFill>
                  <a:schemeClr val="accent6"/>
                </a:solidFill>
              </a:defRPr>
            </a:lvl6pPr>
            <a:lvl7pPr lvl="6">
              <a:spcBef>
                <a:spcPts val="0"/>
              </a:spcBef>
              <a:spcAft>
                <a:spcPts val="0"/>
              </a:spcAft>
              <a:buClr>
                <a:schemeClr val="accent6"/>
              </a:buClr>
              <a:buSzPts val="1400"/>
              <a:buNone/>
              <a:defRPr>
                <a:solidFill>
                  <a:schemeClr val="accent6"/>
                </a:solidFill>
              </a:defRPr>
            </a:lvl7pPr>
            <a:lvl8pPr lvl="7">
              <a:spcBef>
                <a:spcPts val="0"/>
              </a:spcBef>
              <a:spcAft>
                <a:spcPts val="0"/>
              </a:spcAft>
              <a:buClr>
                <a:schemeClr val="accent6"/>
              </a:buClr>
              <a:buSzPts val="1400"/>
              <a:buNone/>
              <a:defRPr>
                <a:solidFill>
                  <a:schemeClr val="accent6"/>
                </a:solidFill>
              </a:defRPr>
            </a:lvl8pPr>
            <a:lvl9pPr lvl="8">
              <a:spcBef>
                <a:spcPts val="0"/>
              </a:spcBef>
              <a:spcAft>
                <a:spcPts val="0"/>
              </a:spcAft>
              <a:buClr>
                <a:schemeClr val="accent6"/>
              </a:buClr>
              <a:buSzPts val="1400"/>
              <a:buNone/>
              <a:defRPr>
                <a:solidFill>
                  <a:schemeClr val="accent6"/>
                </a:solidFill>
              </a:defRPr>
            </a:lvl9pPr>
          </a:lstStyle>
          <a:p>
            <a:endParaRPr/>
          </a:p>
        </p:txBody>
      </p:sp>
      <p:sp>
        <p:nvSpPr>
          <p:cNvPr id="175" name="Google Shape;175;p6"/>
          <p:cNvSpPr/>
          <p:nvPr/>
        </p:nvSpPr>
        <p:spPr>
          <a:xfrm>
            <a:off x="8352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76" name="Google Shape;176;p6"/>
          <p:cNvSpPr/>
          <p:nvPr/>
        </p:nvSpPr>
        <p:spPr>
          <a:xfrm>
            <a:off x="32736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77" name="Google Shape;177;p6"/>
          <p:cNvSpPr/>
          <p:nvPr/>
        </p:nvSpPr>
        <p:spPr>
          <a:xfrm>
            <a:off x="57120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78" name="Google Shape;178;p6"/>
          <p:cNvSpPr/>
          <p:nvPr/>
        </p:nvSpPr>
        <p:spPr>
          <a:xfrm>
            <a:off x="81504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cxnSp>
        <p:nvCxnSpPr>
          <p:cNvPr id="179" name="Google Shape;179;p6"/>
          <p:cNvCxnSpPr/>
          <p:nvPr/>
        </p:nvCxnSpPr>
        <p:spPr>
          <a:xfrm>
            <a:off x="0" y="457191"/>
            <a:ext cx="9140400" cy="0"/>
          </a:xfrm>
          <a:prstGeom prst="straightConnector1">
            <a:avLst/>
          </a:prstGeom>
          <a:noFill/>
          <a:ln w="9525" cap="flat" cmpd="sng">
            <a:solidFill>
              <a:schemeClr val="accent4"/>
            </a:solidFill>
            <a:prstDash val="solid"/>
            <a:round/>
            <a:headEnd type="none" w="sm" len="sm"/>
            <a:tailEnd type="none" w="sm" len="sm"/>
          </a:ln>
        </p:spPr>
      </p:cxnSp>
      <p:cxnSp>
        <p:nvCxnSpPr>
          <p:cNvPr id="180" name="Google Shape;180;p6"/>
          <p:cNvCxnSpPr/>
          <p:nvPr/>
        </p:nvCxnSpPr>
        <p:spPr>
          <a:xfrm>
            <a:off x="0" y="524791"/>
            <a:ext cx="9140400" cy="0"/>
          </a:xfrm>
          <a:prstGeom prst="straightConnector1">
            <a:avLst/>
          </a:prstGeom>
          <a:noFill/>
          <a:ln w="9525" cap="flat" cmpd="sng">
            <a:solidFill>
              <a:schemeClr val="accent4"/>
            </a:solidFill>
            <a:prstDash val="solid"/>
            <a:round/>
            <a:headEnd type="none" w="sm" len="sm"/>
            <a:tailEnd type="none" w="sm" len="sm"/>
          </a:ln>
        </p:spPr>
      </p:cxnSp>
      <p:sp>
        <p:nvSpPr>
          <p:cNvPr id="181" name="Google Shape;181;p6"/>
          <p:cNvSpPr txBox="1">
            <a:spLocks noGrp="1"/>
          </p:cNvSpPr>
          <p:nvPr>
            <p:ph type="title" idx="5"/>
          </p:nvPr>
        </p:nvSpPr>
        <p:spPr>
          <a:xfrm rot="486">
            <a:off x="4078754" y="2803718"/>
            <a:ext cx="2124000" cy="4959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b="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82" name="Google Shape;182;p6"/>
          <p:cNvSpPr txBox="1">
            <a:spLocks noGrp="1"/>
          </p:cNvSpPr>
          <p:nvPr>
            <p:ph type="body" idx="6"/>
          </p:nvPr>
        </p:nvSpPr>
        <p:spPr>
          <a:xfrm rot="-972">
            <a:off x="4080134" y="3359087"/>
            <a:ext cx="2121300" cy="603600"/>
          </a:xfrm>
          <a:prstGeom prst="rect">
            <a:avLst/>
          </a:prstGeom>
        </p:spPr>
        <p:txBody>
          <a:bodyPr spcFirstLastPara="1" wrap="square" lIns="91425" tIns="0" rIns="91425" bIns="0" anchor="t" anchorCtr="0">
            <a:norm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hree images">
  <p:cSld name="CUSTOM_1_1">
    <p:spTree>
      <p:nvGrpSpPr>
        <p:cNvPr id="1" name="Shape 183"/>
        <p:cNvGrpSpPr/>
        <p:nvPr/>
      </p:nvGrpSpPr>
      <p:grpSpPr>
        <a:xfrm>
          <a:off x="0" y="0"/>
          <a:ext cx="0" cy="0"/>
          <a:chOff x="0" y="0"/>
          <a:chExt cx="0" cy="0"/>
        </a:xfrm>
      </p:grpSpPr>
      <p:grpSp>
        <p:nvGrpSpPr>
          <p:cNvPr id="184" name="Google Shape;184;p7"/>
          <p:cNvGrpSpPr/>
          <p:nvPr/>
        </p:nvGrpSpPr>
        <p:grpSpPr>
          <a:xfrm>
            <a:off x="392964" y="576950"/>
            <a:ext cx="8764835" cy="4114800"/>
            <a:chOff x="374175" y="576950"/>
            <a:chExt cx="8783280" cy="4114800"/>
          </a:xfrm>
        </p:grpSpPr>
        <p:cxnSp>
          <p:nvCxnSpPr>
            <p:cNvPr id="185" name="Google Shape;185;p7"/>
            <p:cNvCxnSpPr/>
            <p:nvPr/>
          </p:nvCxnSpPr>
          <p:spPr>
            <a:xfrm>
              <a:off x="374175" y="576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86" name="Google Shape;186;p7"/>
            <p:cNvCxnSpPr/>
            <p:nvPr/>
          </p:nvCxnSpPr>
          <p:spPr>
            <a:xfrm>
              <a:off x="380655" y="1110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87" name="Google Shape;187;p7"/>
            <p:cNvCxnSpPr/>
            <p:nvPr/>
          </p:nvCxnSpPr>
          <p:spPr>
            <a:xfrm>
              <a:off x="380655" y="1643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88" name="Google Shape;188;p7"/>
            <p:cNvCxnSpPr/>
            <p:nvPr/>
          </p:nvCxnSpPr>
          <p:spPr>
            <a:xfrm>
              <a:off x="380655" y="2100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89" name="Google Shape;189;p7"/>
            <p:cNvCxnSpPr/>
            <p:nvPr/>
          </p:nvCxnSpPr>
          <p:spPr>
            <a:xfrm>
              <a:off x="380655" y="2634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90" name="Google Shape;190;p7"/>
            <p:cNvCxnSpPr/>
            <p:nvPr/>
          </p:nvCxnSpPr>
          <p:spPr>
            <a:xfrm>
              <a:off x="380655" y="3167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91" name="Google Shape;191;p7"/>
            <p:cNvCxnSpPr/>
            <p:nvPr/>
          </p:nvCxnSpPr>
          <p:spPr>
            <a:xfrm>
              <a:off x="380655" y="3624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92" name="Google Shape;192;p7"/>
            <p:cNvCxnSpPr/>
            <p:nvPr/>
          </p:nvCxnSpPr>
          <p:spPr>
            <a:xfrm>
              <a:off x="380655" y="4158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193" name="Google Shape;193;p7"/>
            <p:cNvCxnSpPr/>
            <p:nvPr/>
          </p:nvCxnSpPr>
          <p:spPr>
            <a:xfrm>
              <a:off x="380655" y="4691750"/>
              <a:ext cx="8776800" cy="0"/>
            </a:xfrm>
            <a:prstGeom prst="straightConnector1">
              <a:avLst/>
            </a:prstGeom>
            <a:noFill/>
            <a:ln w="9525" cap="flat" cmpd="sng">
              <a:solidFill>
                <a:schemeClr val="accent5"/>
              </a:solidFill>
              <a:prstDash val="solid"/>
              <a:round/>
              <a:headEnd type="none" w="sm" len="sm"/>
              <a:tailEnd type="none" w="sm" len="sm"/>
            </a:ln>
          </p:spPr>
        </p:cxnSp>
      </p:grpSp>
      <p:cxnSp>
        <p:nvCxnSpPr>
          <p:cNvPr id="194" name="Google Shape;194;p7"/>
          <p:cNvCxnSpPr/>
          <p:nvPr/>
        </p:nvCxnSpPr>
        <p:spPr>
          <a:xfrm>
            <a:off x="392950" y="-20266"/>
            <a:ext cx="0" cy="5165700"/>
          </a:xfrm>
          <a:prstGeom prst="straightConnector1">
            <a:avLst/>
          </a:prstGeom>
          <a:noFill/>
          <a:ln w="9525" cap="flat" cmpd="sng">
            <a:solidFill>
              <a:schemeClr val="accent5"/>
            </a:solidFill>
            <a:prstDash val="solid"/>
            <a:round/>
            <a:headEnd type="none" w="sm" len="sm"/>
            <a:tailEnd type="none" w="sm" len="sm"/>
          </a:ln>
        </p:spPr>
      </p:cxnSp>
      <p:grpSp>
        <p:nvGrpSpPr>
          <p:cNvPr id="195" name="Google Shape;195;p7"/>
          <p:cNvGrpSpPr/>
          <p:nvPr/>
        </p:nvGrpSpPr>
        <p:grpSpPr>
          <a:xfrm>
            <a:off x="114406" y="175123"/>
            <a:ext cx="134104" cy="4750255"/>
            <a:chOff x="114406" y="175123"/>
            <a:chExt cx="134104" cy="4750255"/>
          </a:xfrm>
        </p:grpSpPr>
        <p:grpSp>
          <p:nvGrpSpPr>
            <p:cNvPr id="196" name="Google Shape;196;p7"/>
            <p:cNvGrpSpPr/>
            <p:nvPr/>
          </p:nvGrpSpPr>
          <p:grpSpPr>
            <a:xfrm>
              <a:off x="114406" y="175123"/>
              <a:ext cx="134104" cy="4334807"/>
              <a:chOff x="5432271" y="383100"/>
              <a:chExt cx="137854" cy="4456010"/>
            </a:xfrm>
          </p:grpSpPr>
          <p:grpSp>
            <p:nvGrpSpPr>
              <p:cNvPr id="197" name="Google Shape;197;p7"/>
              <p:cNvGrpSpPr/>
              <p:nvPr/>
            </p:nvGrpSpPr>
            <p:grpSpPr>
              <a:xfrm>
                <a:off x="5432271" y="383100"/>
                <a:ext cx="137854" cy="981668"/>
                <a:chOff x="5432271" y="383100"/>
                <a:chExt cx="137854" cy="981668"/>
              </a:xfrm>
            </p:grpSpPr>
            <p:sp>
              <p:nvSpPr>
                <p:cNvPr id="198" name="Google Shape;198;p7"/>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199" name="Google Shape;199;p7"/>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00" name="Google Shape;200;p7"/>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01" name="Google Shape;201;p7"/>
              <p:cNvGrpSpPr/>
              <p:nvPr/>
            </p:nvGrpSpPr>
            <p:grpSpPr>
              <a:xfrm>
                <a:off x="5432271" y="1678500"/>
                <a:ext cx="137854" cy="981668"/>
                <a:chOff x="5432271" y="383100"/>
                <a:chExt cx="137854" cy="981668"/>
              </a:xfrm>
            </p:grpSpPr>
            <p:sp>
              <p:nvSpPr>
                <p:cNvPr id="202" name="Google Shape;202;p7"/>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03" name="Google Shape;203;p7"/>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04" name="Google Shape;204;p7"/>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05" name="Google Shape;205;p7"/>
              <p:cNvGrpSpPr/>
              <p:nvPr/>
            </p:nvGrpSpPr>
            <p:grpSpPr>
              <a:xfrm>
                <a:off x="5432271" y="2973900"/>
                <a:ext cx="137854" cy="981668"/>
                <a:chOff x="5432271" y="383100"/>
                <a:chExt cx="137854" cy="981668"/>
              </a:xfrm>
            </p:grpSpPr>
            <p:sp>
              <p:nvSpPr>
                <p:cNvPr id="206" name="Google Shape;206;p7"/>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07" name="Google Shape;207;p7"/>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08" name="Google Shape;208;p7"/>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09" name="Google Shape;209;p7"/>
              <p:cNvGrpSpPr/>
              <p:nvPr/>
            </p:nvGrpSpPr>
            <p:grpSpPr>
              <a:xfrm>
                <a:off x="5432271" y="4269300"/>
                <a:ext cx="137854" cy="569810"/>
                <a:chOff x="5432271" y="383100"/>
                <a:chExt cx="137854" cy="569810"/>
              </a:xfrm>
            </p:grpSpPr>
            <p:sp>
              <p:nvSpPr>
                <p:cNvPr id="210" name="Google Shape;210;p7"/>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11" name="Google Shape;211;p7"/>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sp>
          <p:nvSpPr>
            <p:cNvPr id="212" name="Google Shape;212;p7"/>
            <p:cNvSpPr/>
            <p:nvPr/>
          </p:nvSpPr>
          <p:spPr>
            <a:xfrm>
              <a:off x="115150" y="4798178"/>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sp>
        <p:nvSpPr>
          <p:cNvPr id="213" name="Google Shape;213;p7"/>
          <p:cNvSpPr txBox="1">
            <a:spLocks noGrp="1"/>
          </p:cNvSpPr>
          <p:nvPr>
            <p:ph type="title"/>
          </p:nvPr>
        </p:nvSpPr>
        <p:spPr>
          <a:xfrm>
            <a:off x="871325" y="720750"/>
            <a:ext cx="2300400" cy="521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900"/>
              <a:buNone/>
              <a:defRPr sz="1900" b="0"/>
            </a:lvl1pPr>
            <a:lvl2pPr lvl="1" algn="ctr">
              <a:spcBef>
                <a:spcPts val="0"/>
              </a:spcBef>
              <a:spcAft>
                <a:spcPts val="0"/>
              </a:spcAft>
              <a:buClr>
                <a:schemeClr val="lt1"/>
              </a:buClr>
              <a:buSzPts val="1900"/>
              <a:buNone/>
              <a:defRPr sz="1900"/>
            </a:lvl2pPr>
            <a:lvl3pPr lvl="2" algn="ctr">
              <a:spcBef>
                <a:spcPts val="0"/>
              </a:spcBef>
              <a:spcAft>
                <a:spcPts val="0"/>
              </a:spcAft>
              <a:buClr>
                <a:schemeClr val="lt1"/>
              </a:buClr>
              <a:buSzPts val="1900"/>
              <a:buNone/>
              <a:defRPr sz="1900"/>
            </a:lvl3pPr>
            <a:lvl4pPr lvl="3" algn="ctr">
              <a:spcBef>
                <a:spcPts val="0"/>
              </a:spcBef>
              <a:spcAft>
                <a:spcPts val="0"/>
              </a:spcAft>
              <a:buClr>
                <a:schemeClr val="lt1"/>
              </a:buClr>
              <a:buSzPts val="1900"/>
              <a:buNone/>
              <a:defRPr sz="1900"/>
            </a:lvl4pPr>
            <a:lvl5pPr lvl="4" algn="ctr">
              <a:spcBef>
                <a:spcPts val="0"/>
              </a:spcBef>
              <a:spcAft>
                <a:spcPts val="0"/>
              </a:spcAft>
              <a:buClr>
                <a:schemeClr val="lt1"/>
              </a:buClr>
              <a:buSzPts val="1900"/>
              <a:buNone/>
              <a:defRPr sz="1900"/>
            </a:lvl5pPr>
            <a:lvl6pPr lvl="5" algn="ctr">
              <a:spcBef>
                <a:spcPts val="0"/>
              </a:spcBef>
              <a:spcAft>
                <a:spcPts val="0"/>
              </a:spcAft>
              <a:buClr>
                <a:schemeClr val="lt1"/>
              </a:buClr>
              <a:buSzPts val="1900"/>
              <a:buNone/>
              <a:defRPr sz="1900"/>
            </a:lvl6pPr>
            <a:lvl7pPr lvl="6" algn="ctr">
              <a:spcBef>
                <a:spcPts val="0"/>
              </a:spcBef>
              <a:spcAft>
                <a:spcPts val="0"/>
              </a:spcAft>
              <a:buClr>
                <a:schemeClr val="lt1"/>
              </a:buClr>
              <a:buSzPts val="1900"/>
              <a:buNone/>
              <a:defRPr sz="1900"/>
            </a:lvl7pPr>
            <a:lvl8pPr lvl="7" algn="ctr">
              <a:spcBef>
                <a:spcPts val="0"/>
              </a:spcBef>
              <a:spcAft>
                <a:spcPts val="0"/>
              </a:spcAft>
              <a:buClr>
                <a:schemeClr val="lt1"/>
              </a:buClr>
              <a:buSzPts val="1900"/>
              <a:buNone/>
              <a:defRPr sz="1900"/>
            </a:lvl8pPr>
            <a:lvl9pPr lvl="8" algn="ctr">
              <a:spcBef>
                <a:spcPts val="0"/>
              </a:spcBef>
              <a:spcAft>
                <a:spcPts val="0"/>
              </a:spcAft>
              <a:buClr>
                <a:schemeClr val="lt1"/>
              </a:buClr>
              <a:buSzPts val="1900"/>
              <a:buNone/>
              <a:defRPr sz="1900"/>
            </a:lvl9pPr>
          </a:lstStyle>
          <a:p>
            <a:endParaRPr/>
          </a:p>
        </p:txBody>
      </p:sp>
      <p:sp>
        <p:nvSpPr>
          <p:cNvPr id="214" name="Google Shape;214;p7"/>
          <p:cNvSpPr txBox="1">
            <a:spLocks noGrp="1"/>
          </p:cNvSpPr>
          <p:nvPr>
            <p:ph type="title" idx="2"/>
          </p:nvPr>
        </p:nvSpPr>
        <p:spPr>
          <a:xfrm>
            <a:off x="3587619" y="720750"/>
            <a:ext cx="2300400" cy="521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900"/>
              <a:buNone/>
              <a:defRPr sz="1900" b="0"/>
            </a:lvl1pPr>
            <a:lvl2pPr lvl="1" algn="ctr">
              <a:spcBef>
                <a:spcPts val="0"/>
              </a:spcBef>
              <a:spcAft>
                <a:spcPts val="0"/>
              </a:spcAft>
              <a:buClr>
                <a:schemeClr val="lt1"/>
              </a:buClr>
              <a:buSzPts val="1900"/>
              <a:buNone/>
              <a:defRPr sz="1900"/>
            </a:lvl2pPr>
            <a:lvl3pPr lvl="2" algn="ctr">
              <a:spcBef>
                <a:spcPts val="0"/>
              </a:spcBef>
              <a:spcAft>
                <a:spcPts val="0"/>
              </a:spcAft>
              <a:buClr>
                <a:schemeClr val="lt1"/>
              </a:buClr>
              <a:buSzPts val="1900"/>
              <a:buNone/>
              <a:defRPr sz="1900"/>
            </a:lvl3pPr>
            <a:lvl4pPr lvl="3" algn="ctr">
              <a:spcBef>
                <a:spcPts val="0"/>
              </a:spcBef>
              <a:spcAft>
                <a:spcPts val="0"/>
              </a:spcAft>
              <a:buClr>
                <a:schemeClr val="lt1"/>
              </a:buClr>
              <a:buSzPts val="1900"/>
              <a:buNone/>
              <a:defRPr sz="1900"/>
            </a:lvl4pPr>
            <a:lvl5pPr lvl="4" algn="ctr">
              <a:spcBef>
                <a:spcPts val="0"/>
              </a:spcBef>
              <a:spcAft>
                <a:spcPts val="0"/>
              </a:spcAft>
              <a:buClr>
                <a:schemeClr val="lt1"/>
              </a:buClr>
              <a:buSzPts val="1900"/>
              <a:buNone/>
              <a:defRPr sz="1900"/>
            </a:lvl5pPr>
            <a:lvl6pPr lvl="5" algn="ctr">
              <a:spcBef>
                <a:spcPts val="0"/>
              </a:spcBef>
              <a:spcAft>
                <a:spcPts val="0"/>
              </a:spcAft>
              <a:buClr>
                <a:schemeClr val="lt1"/>
              </a:buClr>
              <a:buSzPts val="1900"/>
              <a:buNone/>
              <a:defRPr sz="1900"/>
            </a:lvl6pPr>
            <a:lvl7pPr lvl="6" algn="ctr">
              <a:spcBef>
                <a:spcPts val="0"/>
              </a:spcBef>
              <a:spcAft>
                <a:spcPts val="0"/>
              </a:spcAft>
              <a:buClr>
                <a:schemeClr val="lt1"/>
              </a:buClr>
              <a:buSzPts val="1900"/>
              <a:buNone/>
              <a:defRPr sz="1900"/>
            </a:lvl7pPr>
            <a:lvl8pPr lvl="7" algn="ctr">
              <a:spcBef>
                <a:spcPts val="0"/>
              </a:spcBef>
              <a:spcAft>
                <a:spcPts val="0"/>
              </a:spcAft>
              <a:buClr>
                <a:schemeClr val="lt1"/>
              </a:buClr>
              <a:buSzPts val="1900"/>
              <a:buNone/>
              <a:defRPr sz="1900"/>
            </a:lvl8pPr>
            <a:lvl9pPr lvl="8" algn="ctr">
              <a:spcBef>
                <a:spcPts val="0"/>
              </a:spcBef>
              <a:spcAft>
                <a:spcPts val="0"/>
              </a:spcAft>
              <a:buClr>
                <a:schemeClr val="lt1"/>
              </a:buClr>
              <a:buSzPts val="1900"/>
              <a:buNone/>
              <a:defRPr sz="1900"/>
            </a:lvl9pPr>
          </a:lstStyle>
          <a:p>
            <a:endParaRPr/>
          </a:p>
        </p:txBody>
      </p:sp>
      <p:sp>
        <p:nvSpPr>
          <p:cNvPr id="215" name="Google Shape;215;p7"/>
          <p:cNvSpPr txBox="1">
            <a:spLocks noGrp="1"/>
          </p:cNvSpPr>
          <p:nvPr>
            <p:ph type="title" idx="3"/>
          </p:nvPr>
        </p:nvSpPr>
        <p:spPr>
          <a:xfrm>
            <a:off x="6179075" y="720750"/>
            <a:ext cx="2300400" cy="5211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900"/>
              <a:buNone/>
              <a:defRPr sz="1900" b="0"/>
            </a:lvl1pPr>
            <a:lvl2pPr lvl="1" algn="ctr">
              <a:spcBef>
                <a:spcPts val="0"/>
              </a:spcBef>
              <a:spcAft>
                <a:spcPts val="0"/>
              </a:spcAft>
              <a:buClr>
                <a:schemeClr val="lt1"/>
              </a:buClr>
              <a:buSzPts val="1900"/>
              <a:buNone/>
              <a:defRPr sz="1900"/>
            </a:lvl2pPr>
            <a:lvl3pPr lvl="2" algn="ctr">
              <a:spcBef>
                <a:spcPts val="0"/>
              </a:spcBef>
              <a:spcAft>
                <a:spcPts val="0"/>
              </a:spcAft>
              <a:buClr>
                <a:schemeClr val="lt1"/>
              </a:buClr>
              <a:buSzPts val="1900"/>
              <a:buNone/>
              <a:defRPr sz="1900"/>
            </a:lvl3pPr>
            <a:lvl4pPr lvl="3" algn="ctr">
              <a:spcBef>
                <a:spcPts val="0"/>
              </a:spcBef>
              <a:spcAft>
                <a:spcPts val="0"/>
              </a:spcAft>
              <a:buClr>
                <a:schemeClr val="lt1"/>
              </a:buClr>
              <a:buSzPts val="1900"/>
              <a:buNone/>
              <a:defRPr sz="1900"/>
            </a:lvl4pPr>
            <a:lvl5pPr lvl="4" algn="ctr">
              <a:spcBef>
                <a:spcPts val="0"/>
              </a:spcBef>
              <a:spcAft>
                <a:spcPts val="0"/>
              </a:spcAft>
              <a:buClr>
                <a:schemeClr val="lt1"/>
              </a:buClr>
              <a:buSzPts val="1900"/>
              <a:buNone/>
              <a:defRPr sz="1900"/>
            </a:lvl5pPr>
            <a:lvl6pPr lvl="5" algn="ctr">
              <a:spcBef>
                <a:spcPts val="0"/>
              </a:spcBef>
              <a:spcAft>
                <a:spcPts val="0"/>
              </a:spcAft>
              <a:buClr>
                <a:schemeClr val="lt1"/>
              </a:buClr>
              <a:buSzPts val="1900"/>
              <a:buNone/>
              <a:defRPr sz="1900"/>
            </a:lvl6pPr>
            <a:lvl7pPr lvl="6" algn="ctr">
              <a:spcBef>
                <a:spcPts val="0"/>
              </a:spcBef>
              <a:spcAft>
                <a:spcPts val="0"/>
              </a:spcAft>
              <a:buClr>
                <a:schemeClr val="lt1"/>
              </a:buClr>
              <a:buSzPts val="1900"/>
              <a:buNone/>
              <a:defRPr sz="1900"/>
            </a:lvl7pPr>
            <a:lvl8pPr lvl="7" algn="ctr">
              <a:spcBef>
                <a:spcPts val="0"/>
              </a:spcBef>
              <a:spcAft>
                <a:spcPts val="0"/>
              </a:spcAft>
              <a:buClr>
                <a:schemeClr val="lt1"/>
              </a:buClr>
              <a:buSzPts val="1900"/>
              <a:buNone/>
              <a:defRPr sz="1900"/>
            </a:lvl8pPr>
            <a:lvl9pPr lvl="8" algn="ctr">
              <a:spcBef>
                <a:spcPts val="0"/>
              </a:spcBef>
              <a:spcAft>
                <a:spcPts val="0"/>
              </a:spcAft>
              <a:buClr>
                <a:schemeClr val="lt1"/>
              </a:buClr>
              <a:buSzPts val="1900"/>
              <a:buNone/>
              <a:defRPr sz="1900"/>
            </a:lvl9pPr>
          </a:lstStyle>
          <a:p>
            <a:endParaRPr/>
          </a:p>
        </p:txBody>
      </p:sp>
      <p:sp>
        <p:nvSpPr>
          <p:cNvPr id="216" name="Google Shape;216;p7"/>
          <p:cNvSpPr>
            <a:spLocks noGrp="1"/>
          </p:cNvSpPr>
          <p:nvPr>
            <p:ph type="pic" idx="4"/>
          </p:nvPr>
        </p:nvSpPr>
        <p:spPr>
          <a:xfrm>
            <a:off x="895300" y="1487250"/>
            <a:ext cx="2264100" cy="2729700"/>
          </a:xfrm>
          <a:prstGeom prst="rect">
            <a:avLst/>
          </a:prstGeom>
          <a:noFill/>
          <a:ln>
            <a:noFill/>
          </a:ln>
        </p:spPr>
      </p:sp>
      <p:sp>
        <p:nvSpPr>
          <p:cNvPr id="217" name="Google Shape;217;p7"/>
          <p:cNvSpPr>
            <a:spLocks noGrp="1"/>
          </p:cNvSpPr>
          <p:nvPr>
            <p:ph type="pic" idx="5"/>
          </p:nvPr>
        </p:nvSpPr>
        <p:spPr>
          <a:xfrm>
            <a:off x="3605775" y="1487250"/>
            <a:ext cx="2264100" cy="2729700"/>
          </a:xfrm>
          <a:prstGeom prst="rect">
            <a:avLst/>
          </a:prstGeom>
          <a:noFill/>
          <a:ln>
            <a:noFill/>
          </a:ln>
        </p:spPr>
      </p:sp>
      <p:sp>
        <p:nvSpPr>
          <p:cNvPr id="218" name="Google Shape;218;p7"/>
          <p:cNvSpPr>
            <a:spLocks noGrp="1"/>
          </p:cNvSpPr>
          <p:nvPr>
            <p:ph type="pic" idx="6"/>
          </p:nvPr>
        </p:nvSpPr>
        <p:spPr>
          <a:xfrm>
            <a:off x="6197225" y="1487250"/>
            <a:ext cx="2264100" cy="2729700"/>
          </a:xfrm>
          <a:prstGeom prst="rect">
            <a:avLst/>
          </a:prstGeom>
          <a:noFill/>
          <a:ln>
            <a:noFill/>
          </a:ln>
        </p:spPr>
      </p:sp>
      <p:sp>
        <p:nvSpPr>
          <p:cNvPr id="219" name="Google Shape;219;p7"/>
          <p:cNvSpPr txBox="1">
            <a:spLocks noGrp="1"/>
          </p:cNvSpPr>
          <p:nvPr>
            <p:ph type="subTitle" idx="1"/>
          </p:nvPr>
        </p:nvSpPr>
        <p:spPr>
          <a:xfrm>
            <a:off x="1187675" y="4299825"/>
            <a:ext cx="1667700" cy="22620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
              <a:buFont typeface="Manrope"/>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0" name="Google Shape;220;p7"/>
          <p:cNvSpPr txBox="1">
            <a:spLocks noGrp="1"/>
          </p:cNvSpPr>
          <p:nvPr>
            <p:ph type="subTitle" idx="7"/>
          </p:nvPr>
        </p:nvSpPr>
        <p:spPr>
          <a:xfrm rot="-214117">
            <a:off x="3902250" y="4346193"/>
            <a:ext cx="1667634" cy="22634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
              <a:buFont typeface="Manrope"/>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1" name="Google Shape;221;p7"/>
          <p:cNvSpPr txBox="1">
            <a:spLocks noGrp="1"/>
          </p:cNvSpPr>
          <p:nvPr>
            <p:ph type="subTitle" idx="8"/>
          </p:nvPr>
        </p:nvSpPr>
        <p:spPr>
          <a:xfrm rot="215969">
            <a:off x="6495540" y="4324572"/>
            <a:ext cx="1667690" cy="226340"/>
          </a:xfrm>
          <a:prstGeom prst="rect">
            <a:avLst/>
          </a:prstGeom>
        </p:spPr>
        <p:txBody>
          <a:bodyPr spcFirstLastPara="1" wrap="square" lIns="91425" tIns="91425" rIns="91425" bIns="91425" anchor="ctr" anchorCtr="0">
            <a:noAutofit/>
          </a:bodyPr>
          <a:lstStyle>
            <a:lvl1pPr lvl="0" algn="ctr">
              <a:spcBef>
                <a:spcPts val="0"/>
              </a:spcBef>
              <a:spcAft>
                <a:spcPts val="0"/>
              </a:spcAft>
              <a:buSzPts val="1200"/>
              <a:buFont typeface="Manrope"/>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stom title, body and image">
  <p:cSld name="BLANK_1_1_1_1_1_1_1_1_1_1_1_1">
    <p:bg>
      <p:bgPr>
        <a:solidFill>
          <a:schemeClr val="lt1"/>
        </a:solidFill>
        <a:effectLst/>
      </p:bgPr>
    </p:bg>
    <p:spTree>
      <p:nvGrpSpPr>
        <p:cNvPr id="1" name="Shape 222"/>
        <p:cNvGrpSpPr/>
        <p:nvPr/>
      </p:nvGrpSpPr>
      <p:grpSpPr>
        <a:xfrm>
          <a:off x="0" y="0"/>
          <a:ext cx="0" cy="0"/>
          <a:chOff x="0" y="0"/>
          <a:chExt cx="0" cy="0"/>
        </a:xfrm>
      </p:grpSpPr>
      <p:sp>
        <p:nvSpPr>
          <p:cNvPr id="223" name="Google Shape;223;p8"/>
          <p:cNvSpPr/>
          <p:nvPr/>
        </p:nvSpPr>
        <p:spPr>
          <a:xfrm rot="-300782">
            <a:off x="5105280" y="419634"/>
            <a:ext cx="3577384" cy="4308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24" name="Google Shape;224;p8"/>
          <p:cNvSpPr>
            <a:spLocks noGrp="1"/>
          </p:cNvSpPr>
          <p:nvPr>
            <p:ph type="pic" idx="2"/>
          </p:nvPr>
        </p:nvSpPr>
        <p:spPr>
          <a:xfrm>
            <a:off x="2050" y="2050"/>
            <a:ext cx="4778400" cy="5143500"/>
          </a:xfrm>
          <a:prstGeom prst="rect">
            <a:avLst/>
          </a:prstGeom>
          <a:noFill/>
          <a:ln>
            <a:noFill/>
          </a:ln>
        </p:spPr>
      </p:sp>
      <p:sp>
        <p:nvSpPr>
          <p:cNvPr id="225" name="Google Shape;225;p8"/>
          <p:cNvSpPr/>
          <p:nvPr/>
        </p:nvSpPr>
        <p:spPr>
          <a:xfrm rot="134178">
            <a:off x="5002593" y="293901"/>
            <a:ext cx="3782581" cy="4555675"/>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26" name="Google Shape;226;p8"/>
          <p:cNvSpPr txBox="1">
            <a:spLocks noGrp="1"/>
          </p:cNvSpPr>
          <p:nvPr>
            <p:ph type="title"/>
          </p:nvPr>
        </p:nvSpPr>
        <p:spPr>
          <a:xfrm rot="124275">
            <a:off x="5368207" y="536624"/>
            <a:ext cx="3037985" cy="614501"/>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000"/>
              <a:buFont typeface="Anton"/>
              <a:buNone/>
              <a:defRPr b="0"/>
            </a:lvl1pPr>
            <a:lvl2pPr lvl="1" algn="ctr">
              <a:spcBef>
                <a:spcPts val="0"/>
              </a:spcBef>
              <a:spcAft>
                <a:spcPts val="0"/>
              </a:spcAft>
              <a:buClr>
                <a:schemeClr val="lt1"/>
              </a:buClr>
              <a:buSzPts val="1400"/>
              <a:buNone/>
              <a:defRPr/>
            </a:lvl2pPr>
            <a:lvl3pPr lvl="2" algn="ctr">
              <a:spcBef>
                <a:spcPts val="0"/>
              </a:spcBef>
              <a:spcAft>
                <a:spcPts val="0"/>
              </a:spcAft>
              <a:buClr>
                <a:schemeClr val="lt1"/>
              </a:buClr>
              <a:buSzPts val="1400"/>
              <a:buNone/>
              <a:defRPr/>
            </a:lvl3pPr>
            <a:lvl4pPr lvl="3" algn="ctr">
              <a:spcBef>
                <a:spcPts val="0"/>
              </a:spcBef>
              <a:spcAft>
                <a:spcPts val="0"/>
              </a:spcAft>
              <a:buClr>
                <a:schemeClr val="lt1"/>
              </a:buClr>
              <a:buSzPts val="1400"/>
              <a:buNone/>
              <a:defRPr/>
            </a:lvl4pPr>
            <a:lvl5pPr lvl="4" algn="ctr">
              <a:spcBef>
                <a:spcPts val="0"/>
              </a:spcBef>
              <a:spcAft>
                <a:spcPts val="0"/>
              </a:spcAft>
              <a:buClr>
                <a:schemeClr val="lt1"/>
              </a:buClr>
              <a:buSzPts val="1400"/>
              <a:buNone/>
              <a:defRPr/>
            </a:lvl5pPr>
            <a:lvl6pPr lvl="5" algn="ctr">
              <a:spcBef>
                <a:spcPts val="0"/>
              </a:spcBef>
              <a:spcAft>
                <a:spcPts val="0"/>
              </a:spcAft>
              <a:buClr>
                <a:schemeClr val="lt1"/>
              </a:buClr>
              <a:buSzPts val="1400"/>
              <a:buNone/>
              <a:defRPr/>
            </a:lvl6pPr>
            <a:lvl7pPr lvl="6" algn="ctr">
              <a:spcBef>
                <a:spcPts val="0"/>
              </a:spcBef>
              <a:spcAft>
                <a:spcPts val="0"/>
              </a:spcAft>
              <a:buClr>
                <a:schemeClr val="lt1"/>
              </a:buClr>
              <a:buSzPts val="1400"/>
              <a:buNone/>
              <a:defRPr/>
            </a:lvl7pPr>
            <a:lvl8pPr lvl="7" algn="ctr">
              <a:spcBef>
                <a:spcPts val="0"/>
              </a:spcBef>
              <a:spcAft>
                <a:spcPts val="0"/>
              </a:spcAft>
              <a:buClr>
                <a:schemeClr val="lt1"/>
              </a:buClr>
              <a:buSzPts val="1400"/>
              <a:buNone/>
              <a:defRPr/>
            </a:lvl8pPr>
            <a:lvl9pPr lvl="8" algn="ctr">
              <a:spcBef>
                <a:spcPts val="0"/>
              </a:spcBef>
              <a:spcAft>
                <a:spcPts val="0"/>
              </a:spcAft>
              <a:buClr>
                <a:schemeClr val="lt1"/>
              </a:buClr>
              <a:buSzPts val="1400"/>
              <a:buNone/>
              <a:defRPr/>
            </a:lvl9pPr>
          </a:lstStyle>
          <a:p>
            <a:endParaRPr/>
          </a:p>
        </p:txBody>
      </p:sp>
      <p:sp>
        <p:nvSpPr>
          <p:cNvPr id="227" name="Google Shape;227;p8"/>
          <p:cNvSpPr txBox="1">
            <a:spLocks noGrp="1"/>
          </p:cNvSpPr>
          <p:nvPr>
            <p:ph type="body" idx="1"/>
          </p:nvPr>
        </p:nvSpPr>
        <p:spPr>
          <a:xfrm rot="119438">
            <a:off x="5194650" y="1261934"/>
            <a:ext cx="3281881" cy="2287382"/>
          </a:xfrm>
          <a:prstGeom prst="rect">
            <a:avLst/>
          </a:prstGeom>
        </p:spPr>
        <p:txBody>
          <a:bodyPr spcFirstLastPara="1" wrap="square" lIns="91425" tIns="91425" rIns="91425" bIns="91425" anchor="ctr" anchorCtr="0">
            <a:noAutofit/>
          </a:bodyPr>
          <a:lstStyle>
            <a:lvl1pPr marL="457200" lvl="0" indent="-317500" algn="ctr">
              <a:spcBef>
                <a:spcPts val="0"/>
              </a:spcBef>
              <a:spcAft>
                <a:spcPts val="0"/>
              </a:spcAft>
              <a:buSzPts val="1400"/>
              <a:buFont typeface="Manrope Medium"/>
              <a:buChar char="●"/>
              <a:defRPr>
                <a:latin typeface="Manrope Medium"/>
                <a:ea typeface="Manrope Medium"/>
                <a:cs typeface="Manrope Medium"/>
                <a:sym typeface="Manrope Medium"/>
              </a:defRPr>
            </a:lvl1pPr>
            <a:lvl2pPr marL="914400" lvl="1" indent="-317500" algn="ctr">
              <a:spcBef>
                <a:spcPts val="0"/>
              </a:spcBef>
              <a:spcAft>
                <a:spcPts val="0"/>
              </a:spcAft>
              <a:buSzPts val="1400"/>
              <a:buFont typeface="Manrope Medium"/>
              <a:buChar char="○"/>
              <a:defRPr>
                <a:latin typeface="Manrope Medium"/>
                <a:ea typeface="Manrope Medium"/>
                <a:cs typeface="Manrope Medium"/>
                <a:sym typeface="Manrope Medium"/>
              </a:defRPr>
            </a:lvl2pPr>
            <a:lvl3pPr marL="1371600" lvl="2" indent="-317500" algn="ctr">
              <a:spcBef>
                <a:spcPts val="0"/>
              </a:spcBef>
              <a:spcAft>
                <a:spcPts val="0"/>
              </a:spcAft>
              <a:buSzPts val="1400"/>
              <a:buFont typeface="Manrope Medium"/>
              <a:buChar char="■"/>
              <a:defRPr>
                <a:latin typeface="Manrope Medium"/>
                <a:ea typeface="Manrope Medium"/>
                <a:cs typeface="Manrope Medium"/>
                <a:sym typeface="Manrope Medium"/>
              </a:defRPr>
            </a:lvl3pPr>
            <a:lvl4pPr marL="1828800" lvl="3" indent="-317500" algn="ctr">
              <a:spcBef>
                <a:spcPts val="0"/>
              </a:spcBef>
              <a:spcAft>
                <a:spcPts val="0"/>
              </a:spcAft>
              <a:buSzPts val="1400"/>
              <a:buFont typeface="Manrope Medium"/>
              <a:buChar char="●"/>
              <a:defRPr>
                <a:latin typeface="Manrope Medium"/>
                <a:ea typeface="Manrope Medium"/>
                <a:cs typeface="Manrope Medium"/>
                <a:sym typeface="Manrope Medium"/>
              </a:defRPr>
            </a:lvl4pPr>
            <a:lvl5pPr marL="2286000" lvl="4" indent="-317500" algn="ctr">
              <a:spcBef>
                <a:spcPts val="0"/>
              </a:spcBef>
              <a:spcAft>
                <a:spcPts val="0"/>
              </a:spcAft>
              <a:buSzPts val="1400"/>
              <a:buFont typeface="Manrope Medium"/>
              <a:buChar char="○"/>
              <a:defRPr>
                <a:latin typeface="Manrope Medium"/>
                <a:ea typeface="Manrope Medium"/>
                <a:cs typeface="Manrope Medium"/>
                <a:sym typeface="Manrope Medium"/>
              </a:defRPr>
            </a:lvl5pPr>
            <a:lvl6pPr marL="2743200" lvl="5" indent="-317500" algn="ctr">
              <a:spcBef>
                <a:spcPts val="0"/>
              </a:spcBef>
              <a:spcAft>
                <a:spcPts val="0"/>
              </a:spcAft>
              <a:buSzPts val="1400"/>
              <a:buFont typeface="Manrope Medium"/>
              <a:buChar char="■"/>
              <a:defRPr>
                <a:latin typeface="Manrope Medium"/>
                <a:ea typeface="Manrope Medium"/>
                <a:cs typeface="Manrope Medium"/>
                <a:sym typeface="Manrope Medium"/>
              </a:defRPr>
            </a:lvl6pPr>
            <a:lvl7pPr marL="3200400" lvl="6" indent="-317500" algn="ctr">
              <a:spcBef>
                <a:spcPts val="0"/>
              </a:spcBef>
              <a:spcAft>
                <a:spcPts val="0"/>
              </a:spcAft>
              <a:buSzPts val="1400"/>
              <a:buFont typeface="Manrope Medium"/>
              <a:buChar char="●"/>
              <a:defRPr>
                <a:latin typeface="Manrope Medium"/>
                <a:ea typeface="Manrope Medium"/>
                <a:cs typeface="Manrope Medium"/>
                <a:sym typeface="Manrope Medium"/>
              </a:defRPr>
            </a:lvl7pPr>
            <a:lvl8pPr marL="3657600" lvl="7" indent="-317500" algn="ctr">
              <a:spcBef>
                <a:spcPts val="0"/>
              </a:spcBef>
              <a:spcAft>
                <a:spcPts val="0"/>
              </a:spcAft>
              <a:buSzPts val="1400"/>
              <a:buFont typeface="Manrope Medium"/>
              <a:buChar char="○"/>
              <a:defRPr>
                <a:latin typeface="Manrope Medium"/>
                <a:ea typeface="Manrope Medium"/>
                <a:cs typeface="Manrope Medium"/>
                <a:sym typeface="Manrope Medium"/>
              </a:defRPr>
            </a:lvl8pPr>
            <a:lvl9pPr marL="4114800" lvl="8" indent="-317500" algn="ctr">
              <a:spcBef>
                <a:spcPts val="0"/>
              </a:spcBef>
              <a:spcAft>
                <a:spcPts val="0"/>
              </a:spcAft>
              <a:buSzPts val="1400"/>
              <a:buFont typeface="Manrope Medium"/>
              <a:buChar char="■"/>
              <a:defRPr>
                <a:latin typeface="Manrope Medium"/>
                <a:ea typeface="Manrope Medium"/>
                <a:cs typeface="Manrope Medium"/>
                <a:sym typeface="Manrope Medium"/>
              </a:defRPr>
            </a:lvl9pPr>
          </a:lstStyle>
          <a:p>
            <a:endParaRPr/>
          </a:p>
        </p:txBody>
      </p:sp>
      <p:sp>
        <p:nvSpPr>
          <p:cNvPr id="228" name="Google Shape;228;p8"/>
          <p:cNvSpPr txBox="1">
            <a:spLocks noGrp="1"/>
          </p:cNvSpPr>
          <p:nvPr>
            <p:ph type="body" idx="3"/>
          </p:nvPr>
        </p:nvSpPr>
        <p:spPr>
          <a:xfrm rot="131721">
            <a:off x="5123776" y="3854495"/>
            <a:ext cx="3281408" cy="616356"/>
          </a:xfrm>
          <a:prstGeom prst="rect">
            <a:avLst/>
          </a:prstGeom>
        </p:spPr>
        <p:txBody>
          <a:bodyPr spcFirstLastPara="1" wrap="square" lIns="91425" tIns="91425" rIns="91425" bIns="91425" anchor="ctr" anchorCtr="0">
            <a:spAutoFit/>
          </a:bodyPr>
          <a:lstStyle>
            <a:lvl1pPr marL="457200" lvl="0" indent="-304800" algn="ctr">
              <a:spcBef>
                <a:spcPts val="0"/>
              </a:spcBef>
              <a:spcAft>
                <a:spcPts val="0"/>
              </a:spcAft>
              <a:buSzPts val="1200"/>
              <a:buFont typeface="Manrope Medium"/>
              <a:buChar char="●"/>
              <a:defRPr>
                <a:latin typeface="Manrope Medium"/>
                <a:ea typeface="Manrope Medium"/>
                <a:cs typeface="Manrope Medium"/>
                <a:sym typeface="Manrope Medium"/>
              </a:defRPr>
            </a:lvl1pPr>
            <a:lvl2pPr marL="914400" lvl="1" indent="-304800" algn="ctr">
              <a:spcBef>
                <a:spcPts val="800"/>
              </a:spcBef>
              <a:spcAft>
                <a:spcPts val="0"/>
              </a:spcAft>
              <a:buSzPts val="1200"/>
              <a:buFont typeface="Manrope Medium"/>
              <a:buChar char="○"/>
              <a:defRPr>
                <a:latin typeface="Manrope Medium"/>
                <a:ea typeface="Manrope Medium"/>
                <a:cs typeface="Manrope Medium"/>
                <a:sym typeface="Manrope Medium"/>
              </a:defRPr>
            </a:lvl2pPr>
            <a:lvl3pPr marL="1371600" lvl="2" indent="-304800" algn="ctr">
              <a:spcBef>
                <a:spcPts val="800"/>
              </a:spcBef>
              <a:spcAft>
                <a:spcPts val="0"/>
              </a:spcAft>
              <a:buSzPts val="1200"/>
              <a:buFont typeface="Manrope Medium"/>
              <a:buChar char="■"/>
              <a:defRPr>
                <a:latin typeface="Manrope Medium"/>
                <a:ea typeface="Manrope Medium"/>
                <a:cs typeface="Manrope Medium"/>
                <a:sym typeface="Manrope Medium"/>
              </a:defRPr>
            </a:lvl3pPr>
            <a:lvl4pPr marL="1828800" lvl="3" indent="-304800" algn="ctr">
              <a:spcBef>
                <a:spcPts val="800"/>
              </a:spcBef>
              <a:spcAft>
                <a:spcPts val="0"/>
              </a:spcAft>
              <a:buSzPts val="1200"/>
              <a:buFont typeface="Manrope Medium"/>
              <a:buChar char="●"/>
              <a:defRPr>
                <a:latin typeface="Manrope Medium"/>
                <a:ea typeface="Manrope Medium"/>
                <a:cs typeface="Manrope Medium"/>
                <a:sym typeface="Manrope Medium"/>
              </a:defRPr>
            </a:lvl4pPr>
            <a:lvl5pPr marL="2286000" lvl="4" indent="-304800" algn="ctr">
              <a:spcBef>
                <a:spcPts val="800"/>
              </a:spcBef>
              <a:spcAft>
                <a:spcPts val="0"/>
              </a:spcAft>
              <a:buSzPts val="1200"/>
              <a:buFont typeface="Manrope Medium"/>
              <a:buChar char="○"/>
              <a:defRPr>
                <a:latin typeface="Manrope Medium"/>
                <a:ea typeface="Manrope Medium"/>
                <a:cs typeface="Manrope Medium"/>
                <a:sym typeface="Manrope Medium"/>
              </a:defRPr>
            </a:lvl5pPr>
            <a:lvl6pPr marL="2743200" lvl="5" indent="-304800" algn="ctr">
              <a:spcBef>
                <a:spcPts val="800"/>
              </a:spcBef>
              <a:spcAft>
                <a:spcPts val="0"/>
              </a:spcAft>
              <a:buSzPts val="1200"/>
              <a:buFont typeface="Manrope Medium"/>
              <a:buChar char="■"/>
              <a:defRPr>
                <a:latin typeface="Manrope Medium"/>
                <a:ea typeface="Manrope Medium"/>
                <a:cs typeface="Manrope Medium"/>
                <a:sym typeface="Manrope Medium"/>
              </a:defRPr>
            </a:lvl6pPr>
            <a:lvl7pPr marL="3200400" lvl="6" indent="-304800" algn="ctr">
              <a:spcBef>
                <a:spcPts val="800"/>
              </a:spcBef>
              <a:spcAft>
                <a:spcPts val="0"/>
              </a:spcAft>
              <a:buSzPts val="1200"/>
              <a:buFont typeface="Manrope Medium"/>
              <a:buChar char="●"/>
              <a:defRPr>
                <a:latin typeface="Manrope Medium"/>
                <a:ea typeface="Manrope Medium"/>
                <a:cs typeface="Manrope Medium"/>
                <a:sym typeface="Manrope Medium"/>
              </a:defRPr>
            </a:lvl7pPr>
            <a:lvl8pPr marL="3657600" lvl="7" indent="-304800" algn="ctr">
              <a:spcBef>
                <a:spcPts val="800"/>
              </a:spcBef>
              <a:spcAft>
                <a:spcPts val="0"/>
              </a:spcAft>
              <a:buSzPts val="1200"/>
              <a:buFont typeface="Manrope Medium"/>
              <a:buChar char="○"/>
              <a:defRPr>
                <a:latin typeface="Manrope Medium"/>
                <a:ea typeface="Manrope Medium"/>
                <a:cs typeface="Manrope Medium"/>
                <a:sym typeface="Manrope Medium"/>
              </a:defRPr>
            </a:lvl8pPr>
            <a:lvl9pPr marL="4114800" lvl="8" indent="-304800" algn="ctr">
              <a:spcBef>
                <a:spcPts val="800"/>
              </a:spcBef>
              <a:spcAft>
                <a:spcPts val="800"/>
              </a:spcAft>
              <a:buSzPts val="1200"/>
              <a:buFont typeface="Manrope Medium"/>
              <a:buChar char="■"/>
              <a:defRPr>
                <a:latin typeface="Manrope Medium"/>
                <a:ea typeface="Manrope Medium"/>
                <a:cs typeface="Manrope Medium"/>
                <a:sym typeface="Manrope Medium"/>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body and image 2">
  <p:cSld name="BLANK_1_1_1_1_1_1_1_1_1_1_1_1_2_1">
    <p:bg>
      <p:bgPr>
        <a:solidFill>
          <a:schemeClr val="lt1"/>
        </a:solidFill>
        <a:effectLst/>
      </p:bgPr>
    </p:bg>
    <p:spTree>
      <p:nvGrpSpPr>
        <p:cNvPr id="1" name="Shape 229"/>
        <p:cNvGrpSpPr/>
        <p:nvPr/>
      </p:nvGrpSpPr>
      <p:grpSpPr>
        <a:xfrm>
          <a:off x="0" y="0"/>
          <a:ext cx="0" cy="0"/>
          <a:chOff x="0" y="0"/>
          <a:chExt cx="0" cy="0"/>
        </a:xfrm>
      </p:grpSpPr>
      <p:sp>
        <p:nvSpPr>
          <p:cNvPr id="230" name="Google Shape;230;p9"/>
          <p:cNvSpPr/>
          <p:nvPr/>
        </p:nvSpPr>
        <p:spPr>
          <a:xfrm rot="482751">
            <a:off x="407815" y="419618"/>
            <a:ext cx="3577314" cy="4308406"/>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31" name="Google Shape;231;p9"/>
          <p:cNvSpPr>
            <a:spLocks noGrp="1"/>
          </p:cNvSpPr>
          <p:nvPr>
            <p:ph type="pic" idx="2"/>
          </p:nvPr>
        </p:nvSpPr>
        <p:spPr>
          <a:xfrm>
            <a:off x="4372975" y="2050"/>
            <a:ext cx="4778400" cy="5143500"/>
          </a:xfrm>
          <a:prstGeom prst="rect">
            <a:avLst/>
          </a:prstGeom>
          <a:noFill/>
          <a:ln>
            <a:noFill/>
          </a:ln>
        </p:spPr>
      </p:sp>
      <p:sp>
        <p:nvSpPr>
          <p:cNvPr id="232" name="Google Shape;232;p9"/>
          <p:cNvSpPr/>
          <p:nvPr/>
        </p:nvSpPr>
        <p:spPr>
          <a:xfrm rot="-98716">
            <a:off x="327421" y="293858"/>
            <a:ext cx="3782459" cy="4555878"/>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33" name="Google Shape;233;p9"/>
          <p:cNvSpPr txBox="1">
            <a:spLocks noGrp="1"/>
          </p:cNvSpPr>
          <p:nvPr>
            <p:ph type="title"/>
          </p:nvPr>
        </p:nvSpPr>
        <p:spPr>
          <a:xfrm rot="-108624">
            <a:off x="673475" y="530154"/>
            <a:ext cx="3038717" cy="61381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000"/>
              <a:buFont typeface="Anton"/>
              <a:buNone/>
              <a:defRPr b="0"/>
            </a:lvl1pPr>
            <a:lvl2pPr lvl="1" algn="ctr">
              <a:spcBef>
                <a:spcPts val="0"/>
              </a:spcBef>
              <a:spcAft>
                <a:spcPts val="0"/>
              </a:spcAft>
              <a:buClr>
                <a:schemeClr val="lt1"/>
              </a:buClr>
              <a:buSzPts val="1400"/>
              <a:buNone/>
              <a:defRPr/>
            </a:lvl2pPr>
            <a:lvl3pPr lvl="2" algn="ctr">
              <a:spcBef>
                <a:spcPts val="0"/>
              </a:spcBef>
              <a:spcAft>
                <a:spcPts val="0"/>
              </a:spcAft>
              <a:buClr>
                <a:schemeClr val="lt1"/>
              </a:buClr>
              <a:buSzPts val="1400"/>
              <a:buNone/>
              <a:defRPr/>
            </a:lvl3pPr>
            <a:lvl4pPr lvl="3" algn="ctr">
              <a:spcBef>
                <a:spcPts val="0"/>
              </a:spcBef>
              <a:spcAft>
                <a:spcPts val="0"/>
              </a:spcAft>
              <a:buClr>
                <a:schemeClr val="lt1"/>
              </a:buClr>
              <a:buSzPts val="1400"/>
              <a:buNone/>
              <a:defRPr/>
            </a:lvl4pPr>
            <a:lvl5pPr lvl="4" algn="ctr">
              <a:spcBef>
                <a:spcPts val="0"/>
              </a:spcBef>
              <a:spcAft>
                <a:spcPts val="0"/>
              </a:spcAft>
              <a:buClr>
                <a:schemeClr val="lt1"/>
              </a:buClr>
              <a:buSzPts val="1400"/>
              <a:buNone/>
              <a:defRPr/>
            </a:lvl5pPr>
            <a:lvl6pPr lvl="5" algn="ctr">
              <a:spcBef>
                <a:spcPts val="0"/>
              </a:spcBef>
              <a:spcAft>
                <a:spcPts val="0"/>
              </a:spcAft>
              <a:buClr>
                <a:schemeClr val="lt1"/>
              </a:buClr>
              <a:buSzPts val="1400"/>
              <a:buNone/>
              <a:defRPr/>
            </a:lvl6pPr>
            <a:lvl7pPr lvl="6" algn="ctr">
              <a:spcBef>
                <a:spcPts val="0"/>
              </a:spcBef>
              <a:spcAft>
                <a:spcPts val="0"/>
              </a:spcAft>
              <a:buClr>
                <a:schemeClr val="lt1"/>
              </a:buClr>
              <a:buSzPts val="1400"/>
              <a:buNone/>
              <a:defRPr/>
            </a:lvl7pPr>
            <a:lvl8pPr lvl="7" algn="ctr">
              <a:spcBef>
                <a:spcPts val="0"/>
              </a:spcBef>
              <a:spcAft>
                <a:spcPts val="0"/>
              </a:spcAft>
              <a:buClr>
                <a:schemeClr val="lt1"/>
              </a:buClr>
              <a:buSzPts val="1400"/>
              <a:buNone/>
              <a:defRPr/>
            </a:lvl8pPr>
            <a:lvl9pPr lvl="8" algn="ctr">
              <a:spcBef>
                <a:spcPts val="0"/>
              </a:spcBef>
              <a:spcAft>
                <a:spcPts val="0"/>
              </a:spcAft>
              <a:buClr>
                <a:schemeClr val="lt1"/>
              </a:buClr>
              <a:buSzPts val="1400"/>
              <a:buNone/>
              <a:defRPr/>
            </a:lvl9pPr>
          </a:lstStyle>
          <a:p>
            <a:endParaRPr/>
          </a:p>
        </p:txBody>
      </p:sp>
      <p:sp>
        <p:nvSpPr>
          <p:cNvPr id="234" name="Google Shape;234;p9"/>
          <p:cNvSpPr txBox="1">
            <a:spLocks noGrp="1"/>
          </p:cNvSpPr>
          <p:nvPr>
            <p:ph type="body" idx="1"/>
          </p:nvPr>
        </p:nvSpPr>
        <p:spPr>
          <a:xfrm rot="-131721" flipH="1">
            <a:off x="577990" y="3865770"/>
            <a:ext cx="3281408" cy="616356"/>
          </a:xfrm>
          <a:prstGeom prst="rect">
            <a:avLst/>
          </a:prstGeom>
        </p:spPr>
        <p:txBody>
          <a:bodyPr spcFirstLastPara="1" wrap="square" lIns="91425" tIns="91425" rIns="91425" bIns="91425" anchor="ctr" anchorCtr="0">
            <a:spAutoFit/>
          </a:bodyPr>
          <a:lstStyle>
            <a:lvl1pPr marL="457200" lvl="0" indent="-304800" algn="ctr">
              <a:spcBef>
                <a:spcPts val="0"/>
              </a:spcBef>
              <a:spcAft>
                <a:spcPts val="0"/>
              </a:spcAft>
              <a:buSzPts val="1200"/>
              <a:buFont typeface="Manrope Medium"/>
              <a:buChar char="●"/>
              <a:defRPr>
                <a:latin typeface="Manrope Medium"/>
                <a:ea typeface="Manrope Medium"/>
                <a:cs typeface="Manrope Medium"/>
                <a:sym typeface="Manrope Medium"/>
              </a:defRPr>
            </a:lvl1pPr>
            <a:lvl2pPr marL="914400" lvl="1" indent="-304800" algn="ctr">
              <a:spcBef>
                <a:spcPts val="800"/>
              </a:spcBef>
              <a:spcAft>
                <a:spcPts val="0"/>
              </a:spcAft>
              <a:buSzPts val="1200"/>
              <a:buFont typeface="Manrope Medium"/>
              <a:buChar char="○"/>
              <a:defRPr>
                <a:latin typeface="Manrope Medium"/>
                <a:ea typeface="Manrope Medium"/>
                <a:cs typeface="Manrope Medium"/>
                <a:sym typeface="Manrope Medium"/>
              </a:defRPr>
            </a:lvl2pPr>
            <a:lvl3pPr marL="1371600" lvl="2" indent="-304800" algn="ctr">
              <a:spcBef>
                <a:spcPts val="800"/>
              </a:spcBef>
              <a:spcAft>
                <a:spcPts val="0"/>
              </a:spcAft>
              <a:buSzPts val="1200"/>
              <a:buFont typeface="Manrope Medium"/>
              <a:buChar char="■"/>
              <a:defRPr>
                <a:latin typeface="Manrope Medium"/>
                <a:ea typeface="Manrope Medium"/>
                <a:cs typeface="Manrope Medium"/>
                <a:sym typeface="Manrope Medium"/>
              </a:defRPr>
            </a:lvl3pPr>
            <a:lvl4pPr marL="1828800" lvl="3" indent="-304800" algn="ctr">
              <a:spcBef>
                <a:spcPts val="800"/>
              </a:spcBef>
              <a:spcAft>
                <a:spcPts val="0"/>
              </a:spcAft>
              <a:buSzPts val="1200"/>
              <a:buFont typeface="Manrope Medium"/>
              <a:buChar char="●"/>
              <a:defRPr>
                <a:latin typeface="Manrope Medium"/>
                <a:ea typeface="Manrope Medium"/>
                <a:cs typeface="Manrope Medium"/>
                <a:sym typeface="Manrope Medium"/>
              </a:defRPr>
            </a:lvl4pPr>
            <a:lvl5pPr marL="2286000" lvl="4" indent="-304800" algn="ctr">
              <a:spcBef>
                <a:spcPts val="800"/>
              </a:spcBef>
              <a:spcAft>
                <a:spcPts val="0"/>
              </a:spcAft>
              <a:buSzPts val="1200"/>
              <a:buFont typeface="Manrope Medium"/>
              <a:buChar char="○"/>
              <a:defRPr>
                <a:latin typeface="Manrope Medium"/>
                <a:ea typeface="Manrope Medium"/>
                <a:cs typeface="Manrope Medium"/>
                <a:sym typeface="Manrope Medium"/>
              </a:defRPr>
            </a:lvl5pPr>
            <a:lvl6pPr marL="2743200" lvl="5" indent="-304800" algn="ctr">
              <a:spcBef>
                <a:spcPts val="800"/>
              </a:spcBef>
              <a:spcAft>
                <a:spcPts val="0"/>
              </a:spcAft>
              <a:buSzPts val="1200"/>
              <a:buFont typeface="Manrope Medium"/>
              <a:buChar char="■"/>
              <a:defRPr>
                <a:latin typeface="Manrope Medium"/>
                <a:ea typeface="Manrope Medium"/>
                <a:cs typeface="Manrope Medium"/>
                <a:sym typeface="Manrope Medium"/>
              </a:defRPr>
            </a:lvl6pPr>
            <a:lvl7pPr marL="3200400" lvl="6" indent="-304800" algn="ctr">
              <a:spcBef>
                <a:spcPts val="800"/>
              </a:spcBef>
              <a:spcAft>
                <a:spcPts val="0"/>
              </a:spcAft>
              <a:buSzPts val="1200"/>
              <a:buFont typeface="Manrope Medium"/>
              <a:buChar char="●"/>
              <a:defRPr>
                <a:latin typeface="Manrope Medium"/>
                <a:ea typeface="Manrope Medium"/>
                <a:cs typeface="Manrope Medium"/>
                <a:sym typeface="Manrope Medium"/>
              </a:defRPr>
            </a:lvl7pPr>
            <a:lvl8pPr marL="3657600" lvl="7" indent="-304800" algn="ctr">
              <a:spcBef>
                <a:spcPts val="800"/>
              </a:spcBef>
              <a:spcAft>
                <a:spcPts val="0"/>
              </a:spcAft>
              <a:buSzPts val="1200"/>
              <a:buFont typeface="Manrope Medium"/>
              <a:buChar char="○"/>
              <a:defRPr>
                <a:latin typeface="Manrope Medium"/>
                <a:ea typeface="Manrope Medium"/>
                <a:cs typeface="Manrope Medium"/>
                <a:sym typeface="Manrope Medium"/>
              </a:defRPr>
            </a:lvl8pPr>
            <a:lvl9pPr marL="4114800" lvl="8" indent="-304800" algn="ctr">
              <a:spcBef>
                <a:spcPts val="800"/>
              </a:spcBef>
              <a:spcAft>
                <a:spcPts val="800"/>
              </a:spcAft>
              <a:buSzPts val="1200"/>
              <a:buFont typeface="Manrope Medium"/>
              <a:buChar char="■"/>
              <a:defRPr>
                <a:latin typeface="Manrope Medium"/>
                <a:ea typeface="Manrope Medium"/>
                <a:cs typeface="Manrope Medium"/>
                <a:sym typeface="Manrope Medium"/>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body and image 3">
  <p:cSld name="BLANK_1_1_1_1_1_1_1_1_1_1_1_1_2">
    <p:bg>
      <p:bgPr>
        <a:solidFill>
          <a:schemeClr val="lt1"/>
        </a:solidFill>
        <a:effectLst/>
      </p:bgPr>
    </p:bg>
    <p:spTree>
      <p:nvGrpSpPr>
        <p:cNvPr id="1" name="Shape 235"/>
        <p:cNvGrpSpPr/>
        <p:nvPr/>
      </p:nvGrpSpPr>
      <p:grpSpPr>
        <a:xfrm>
          <a:off x="0" y="0"/>
          <a:ext cx="0" cy="0"/>
          <a:chOff x="0" y="0"/>
          <a:chExt cx="0" cy="0"/>
        </a:xfrm>
      </p:grpSpPr>
      <p:sp>
        <p:nvSpPr>
          <p:cNvPr id="236" name="Google Shape;236;p10"/>
          <p:cNvSpPr/>
          <p:nvPr/>
        </p:nvSpPr>
        <p:spPr>
          <a:xfrm rot="-300782">
            <a:off x="5105280" y="419634"/>
            <a:ext cx="3577384" cy="4308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37" name="Google Shape;237;p10"/>
          <p:cNvSpPr>
            <a:spLocks noGrp="1"/>
          </p:cNvSpPr>
          <p:nvPr>
            <p:ph type="pic" idx="2"/>
          </p:nvPr>
        </p:nvSpPr>
        <p:spPr>
          <a:xfrm>
            <a:off x="2050" y="2050"/>
            <a:ext cx="4778400" cy="5143500"/>
          </a:xfrm>
          <a:prstGeom prst="rect">
            <a:avLst/>
          </a:prstGeom>
          <a:noFill/>
          <a:ln>
            <a:noFill/>
          </a:ln>
        </p:spPr>
      </p:sp>
      <p:sp>
        <p:nvSpPr>
          <p:cNvPr id="238" name="Google Shape;238;p10"/>
          <p:cNvSpPr/>
          <p:nvPr/>
        </p:nvSpPr>
        <p:spPr>
          <a:xfrm rot="134178">
            <a:off x="5002660" y="293903"/>
            <a:ext cx="3782581" cy="4555675"/>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39" name="Google Shape;239;p10"/>
          <p:cNvSpPr txBox="1">
            <a:spLocks noGrp="1"/>
          </p:cNvSpPr>
          <p:nvPr>
            <p:ph type="body" idx="1"/>
          </p:nvPr>
        </p:nvSpPr>
        <p:spPr>
          <a:xfrm rot="119438">
            <a:off x="5194650" y="1261934"/>
            <a:ext cx="3281881" cy="2287382"/>
          </a:xfrm>
          <a:prstGeom prst="rect">
            <a:avLst/>
          </a:prstGeom>
        </p:spPr>
        <p:txBody>
          <a:bodyPr spcFirstLastPara="1" wrap="square" lIns="91425" tIns="91425" rIns="91425" bIns="91425" anchor="ctr" anchorCtr="0">
            <a:noAutofit/>
          </a:bodyPr>
          <a:lstStyle>
            <a:lvl1pPr marL="457200" lvl="0" indent="-317500" algn="ctr">
              <a:spcBef>
                <a:spcPts val="0"/>
              </a:spcBef>
              <a:spcAft>
                <a:spcPts val="0"/>
              </a:spcAft>
              <a:buSzPts val="1400"/>
              <a:buFont typeface="Manrope Medium"/>
              <a:buChar char="●"/>
              <a:defRPr>
                <a:latin typeface="Manrope Medium"/>
                <a:ea typeface="Manrope Medium"/>
                <a:cs typeface="Manrope Medium"/>
                <a:sym typeface="Manrope Medium"/>
              </a:defRPr>
            </a:lvl1pPr>
            <a:lvl2pPr marL="914400" lvl="1" indent="-317500" algn="ctr">
              <a:spcBef>
                <a:spcPts val="0"/>
              </a:spcBef>
              <a:spcAft>
                <a:spcPts val="0"/>
              </a:spcAft>
              <a:buSzPts val="1400"/>
              <a:buFont typeface="Manrope Medium"/>
              <a:buChar char="○"/>
              <a:defRPr>
                <a:latin typeface="Manrope Medium"/>
                <a:ea typeface="Manrope Medium"/>
                <a:cs typeface="Manrope Medium"/>
                <a:sym typeface="Manrope Medium"/>
              </a:defRPr>
            </a:lvl2pPr>
            <a:lvl3pPr marL="1371600" lvl="2" indent="-317500" algn="ctr">
              <a:spcBef>
                <a:spcPts val="0"/>
              </a:spcBef>
              <a:spcAft>
                <a:spcPts val="0"/>
              </a:spcAft>
              <a:buSzPts val="1400"/>
              <a:buFont typeface="Manrope Medium"/>
              <a:buChar char="■"/>
              <a:defRPr>
                <a:latin typeface="Manrope Medium"/>
                <a:ea typeface="Manrope Medium"/>
                <a:cs typeface="Manrope Medium"/>
                <a:sym typeface="Manrope Medium"/>
              </a:defRPr>
            </a:lvl3pPr>
            <a:lvl4pPr marL="1828800" lvl="3" indent="-317500" algn="ctr">
              <a:spcBef>
                <a:spcPts val="0"/>
              </a:spcBef>
              <a:spcAft>
                <a:spcPts val="0"/>
              </a:spcAft>
              <a:buSzPts val="1400"/>
              <a:buFont typeface="Manrope Medium"/>
              <a:buChar char="●"/>
              <a:defRPr>
                <a:latin typeface="Manrope Medium"/>
                <a:ea typeface="Manrope Medium"/>
                <a:cs typeface="Manrope Medium"/>
                <a:sym typeface="Manrope Medium"/>
              </a:defRPr>
            </a:lvl4pPr>
            <a:lvl5pPr marL="2286000" lvl="4" indent="-317500" algn="ctr">
              <a:spcBef>
                <a:spcPts val="0"/>
              </a:spcBef>
              <a:spcAft>
                <a:spcPts val="0"/>
              </a:spcAft>
              <a:buSzPts val="1400"/>
              <a:buFont typeface="Manrope Medium"/>
              <a:buChar char="○"/>
              <a:defRPr>
                <a:latin typeface="Manrope Medium"/>
                <a:ea typeface="Manrope Medium"/>
                <a:cs typeface="Manrope Medium"/>
                <a:sym typeface="Manrope Medium"/>
              </a:defRPr>
            </a:lvl5pPr>
            <a:lvl6pPr marL="2743200" lvl="5" indent="-317500" algn="ctr">
              <a:spcBef>
                <a:spcPts val="0"/>
              </a:spcBef>
              <a:spcAft>
                <a:spcPts val="0"/>
              </a:spcAft>
              <a:buSzPts val="1400"/>
              <a:buFont typeface="Manrope Medium"/>
              <a:buChar char="■"/>
              <a:defRPr>
                <a:latin typeface="Manrope Medium"/>
                <a:ea typeface="Manrope Medium"/>
                <a:cs typeface="Manrope Medium"/>
                <a:sym typeface="Manrope Medium"/>
              </a:defRPr>
            </a:lvl6pPr>
            <a:lvl7pPr marL="3200400" lvl="6" indent="-317500" algn="ctr">
              <a:spcBef>
                <a:spcPts val="0"/>
              </a:spcBef>
              <a:spcAft>
                <a:spcPts val="0"/>
              </a:spcAft>
              <a:buSzPts val="1400"/>
              <a:buFont typeface="Manrope Medium"/>
              <a:buChar char="●"/>
              <a:defRPr>
                <a:latin typeface="Manrope Medium"/>
                <a:ea typeface="Manrope Medium"/>
                <a:cs typeface="Manrope Medium"/>
                <a:sym typeface="Manrope Medium"/>
              </a:defRPr>
            </a:lvl7pPr>
            <a:lvl8pPr marL="3657600" lvl="7" indent="-317500" algn="ctr">
              <a:spcBef>
                <a:spcPts val="0"/>
              </a:spcBef>
              <a:spcAft>
                <a:spcPts val="0"/>
              </a:spcAft>
              <a:buSzPts val="1400"/>
              <a:buFont typeface="Manrope Medium"/>
              <a:buChar char="○"/>
              <a:defRPr>
                <a:latin typeface="Manrope Medium"/>
                <a:ea typeface="Manrope Medium"/>
                <a:cs typeface="Manrope Medium"/>
                <a:sym typeface="Manrope Medium"/>
              </a:defRPr>
            </a:lvl8pPr>
            <a:lvl9pPr marL="4114800" lvl="8" indent="-317500" algn="ctr">
              <a:spcBef>
                <a:spcPts val="0"/>
              </a:spcBef>
              <a:spcAft>
                <a:spcPts val="0"/>
              </a:spcAft>
              <a:buSzPts val="1400"/>
              <a:buFont typeface="Manrope Medium"/>
              <a:buChar char="■"/>
              <a:defRPr>
                <a:latin typeface="Manrope Medium"/>
                <a:ea typeface="Manrope Medium"/>
                <a:cs typeface="Manrope Medium"/>
                <a:sym typeface="Manrope Medium"/>
              </a:defRPr>
            </a:lvl9pPr>
          </a:lstStyle>
          <a:p>
            <a:endParaRPr/>
          </a:p>
        </p:txBody>
      </p:sp>
      <p:sp>
        <p:nvSpPr>
          <p:cNvPr id="240" name="Google Shape;240;p10"/>
          <p:cNvSpPr txBox="1">
            <a:spLocks noGrp="1"/>
          </p:cNvSpPr>
          <p:nvPr>
            <p:ph type="title"/>
          </p:nvPr>
        </p:nvSpPr>
        <p:spPr>
          <a:xfrm rot="124275">
            <a:off x="5368207" y="536624"/>
            <a:ext cx="3037985" cy="614501"/>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000"/>
              <a:buFont typeface="Anton"/>
              <a:buNone/>
              <a:defRPr b="0"/>
            </a:lvl1pPr>
            <a:lvl2pPr lvl="1" algn="ctr">
              <a:spcBef>
                <a:spcPts val="0"/>
              </a:spcBef>
              <a:spcAft>
                <a:spcPts val="0"/>
              </a:spcAft>
              <a:buClr>
                <a:schemeClr val="lt1"/>
              </a:buClr>
              <a:buSzPts val="1400"/>
              <a:buNone/>
              <a:defRPr/>
            </a:lvl2pPr>
            <a:lvl3pPr lvl="2" algn="ctr">
              <a:spcBef>
                <a:spcPts val="0"/>
              </a:spcBef>
              <a:spcAft>
                <a:spcPts val="0"/>
              </a:spcAft>
              <a:buClr>
                <a:schemeClr val="lt1"/>
              </a:buClr>
              <a:buSzPts val="1400"/>
              <a:buNone/>
              <a:defRPr/>
            </a:lvl3pPr>
            <a:lvl4pPr lvl="3" algn="ctr">
              <a:spcBef>
                <a:spcPts val="0"/>
              </a:spcBef>
              <a:spcAft>
                <a:spcPts val="0"/>
              </a:spcAft>
              <a:buClr>
                <a:schemeClr val="lt1"/>
              </a:buClr>
              <a:buSzPts val="1400"/>
              <a:buNone/>
              <a:defRPr/>
            </a:lvl4pPr>
            <a:lvl5pPr lvl="4" algn="ctr">
              <a:spcBef>
                <a:spcPts val="0"/>
              </a:spcBef>
              <a:spcAft>
                <a:spcPts val="0"/>
              </a:spcAft>
              <a:buClr>
                <a:schemeClr val="lt1"/>
              </a:buClr>
              <a:buSzPts val="1400"/>
              <a:buNone/>
              <a:defRPr/>
            </a:lvl5pPr>
            <a:lvl6pPr lvl="5" algn="ctr">
              <a:spcBef>
                <a:spcPts val="0"/>
              </a:spcBef>
              <a:spcAft>
                <a:spcPts val="0"/>
              </a:spcAft>
              <a:buClr>
                <a:schemeClr val="lt1"/>
              </a:buClr>
              <a:buSzPts val="1400"/>
              <a:buNone/>
              <a:defRPr/>
            </a:lvl6pPr>
            <a:lvl7pPr lvl="6" algn="ctr">
              <a:spcBef>
                <a:spcPts val="0"/>
              </a:spcBef>
              <a:spcAft>
                <a:spcPts val="0"/>
              </a:spcAft>
              <a:buClr>
                <a:schemeClr val="lt1"/>
              </a:buClr>
              <a:buSzPts val="1400"/>
              <a:buNone/>
              <a:defRPr/>
            </a:lvl7pPr>
            <a:lvl8pPr lvl="7" algn="ctr">
              <a:spcBef>
                <a:spcPts val="0"/>
              </a:spcBef>
              <a:spcAft>
                <a:spcPts val="0"/>
              </a:spcAft>
              <a:buClr>
                <a:schemeClr val="lt1"/>
              </a:buClr>
              <a:buSzPts val="1400"/>
              <a:buNone/>
              <a:defRPr/>
            </a:lvl8pPr>
            <a:lvl9pPr lvl="8" algn="ctr">
              <a:spcBef>
                <a:spcPts val="0"/>
              </a:spcBef>
              <a:spcAft>
                <a:spcPts val="0"/>
              </a:spcAft>
              <a:buClr>
                <a:schemeClr val="lt1"/>
              </a:buClr>
              <a:buSzPts val="1400"/>
              <a:buNone/>
              <a:defRPr/>
            </a:lvl9pPr>
          </a:lstStyle>
          <a:p>
            <a:endParaRPr/>
          </a:p>
        </p:txBody>
      </p:sp>
      <p:sp>
        <p:nvSpPr>
          <p:cNvPr id="241" name="Google Shape;241;p10"/>
          <p:cNvSpPr txBox="1">
            <a:spLocks noGrp="1"/>
          </p:cNvSpPr>
          <p:nvPr>
            <p:ph type="body" idx="3"/>
          </p:nvPr>
        </p:nvSpPr>
        <p:spPr>
          <a:xfrm rot="131721">
            <a:off x="5123776" y="3854495"/>
            <a:ext cx="3281408" cy="616356"/>
          </a:xfrm>
          <a:prstGeom prst="rect">
            <a:avLst/>
          </a:prstGeom>
        </p:spPr>
        <p:txBody>
          <a:bodyPr spcFirstLastPara="1" wrap="square" lIns="91425" tIns="91425" rIns="91425" bIns="91425" anchor="ctr" anchorCtr="0">
            <a:spAutoFit/>
          </a:bodyPr>
          <a:lstStyle>
            <a:lvl1pPr marL="457200" lvl="0" indent="-304800" algn="ctr">
              <a:spcBef>
                <a:spcPts val="0"/>
              </a:spcBef>
              <a:spcAft>
                <a:spcPts val="0"/>
              </a:spcAft>
              <a:buSzPts val="1200"/>
              <a:buFont typeface="Manrope Medium"/>
              <a:buChar char="●"/>
              <a:defRPr>
                <a:latin typeface="Manrope Medium"/>
                <a:ea typeface="Manrope Medium"/>
                <a:cs typeface="Manrope Medium"/>
                <a:sym typeface="Manrope Medium"/>
              </a:defRPr>
            </a:lvl1pPr>
            <a:lvl2pPr marL="914400" lvl="1" indent="-304800" algn="ctr">
              <a:spcBef>
                <a:spcPts val="800"/>
              </a:spcBef>
              <a:spcAft>
                <a:spcPts val="0"/>
              </a:spcAft>
              <a:buSzPts val="1200"/>
              <a:buFont typeface="Manrope Medium"/>
              <a:buChar char="○"/>
              <a:defRPr>
                <a:latin typeface="Manrope Medium"/>
                <a:ea typeface="Manrope Medium"/>
                <a:cs typeface="Manrope Medium"/>
                <a:sym typeface="Manrope Medium"/>
              </a:defRPr>
            </a:lvl2pPr>
            <a:lvl3pPr marL="1371600" lvl="2" indent="-304800" algn="ctr">
              <a:spcBef>
                <a:spcPts val="800"/>
              </a:spcBef>
              <a:spcAft>
                <a:spcPts val="0"/>
              </a:spcAft>
              <a:buSzPts val="1200"/>
              <a:buFont typeface="Manrope Medium"/>
              <a:buChar char="■"/>
              <a:defRPr>
                <a:latin typeface="Manrope Medium"/>
                <a:ea typeface="Manrope Medium"/>
                <a:cs typeface="Manrope Medium"/>
                <a:sym typeface="Manrope Medium"/>
              </a:defRPr>
            </a:lvl3pPr>
            <a:lvl4pPr marL="1828800" lvl="3" indent="-304800" algn="ctr">
              <a:spcBef>
                <a:spcPts val="800"/>
              </a:spcBef>
              <a:spcAft>
                <a:spcPts val="0"/>
              </a:spcAft>
              <a:buSzPts val="1200"/>
              <a:buFont typeface="Manrope Medium"/>
              <a:buChar char="●"/>
              <a:defRPr>
                <a:latin typeface="Manrope Medium"/>
                <a:ea typeface="Manrope Medium"/>
                <a:cs typeface="Manrope Medium"/>
                <a:sym typeface="Manrope Medium"/>
              </a:defRPr>
            </a:lvl4pPr>
            <a:lvl5pPr marL="2286000" lvl="4" indent="-304800" algn="ctr">
              <a:spcBef>
                <a:spcPts val="800"/>
              </a:spcBef>
              <a:spcAft>
                <a:spcPts val="0"/>
              </a:spcAft>
              <a:buSzPts val="1200"/>
              <a:buFont typeface="Manrope Medium"/>
              <a:buChar char="○"/>
              <a:defRPr>
                <a:latin typeface="Manrope Medium"/>
                <a:ea typeface="Manrope Medium"/>
                <a:cs typeface="Manrope Medium"/>
                <a:sym typeface="Manrope Medium"/>
              </a:defRPr>
            </a:lvl5pPr>
            <a:lvl6pPr marL="2743200" lvl="5" indent="-304800" algn="ctr">
              <a:spcBef>
                <a:spcPts val="800"/>
              </a:spcBef>
              <a:spcAft>
                <a:spcPts val="0"/>
              </a:spcAft>
              <a:buSzPts val="1200"/>
              <a:buFont typeface="Manrope Medium"/>
              <a:buChar char="■"/>
              <a:defRPr>
                <a:latin typeface="Manrope Medium"/>
                <a:ea typeface="Manrope Medium"/>
                <a:cs typeface="Manrope Medium"/>
                <a:sym typeface="Manrope Medium"/>
              </a:defRPr>
            </a:lvl6pPr>
            <a:lvl7pPr marL="3200400" lvl="6" indent="-304800" algn="ctr">
              <a:spcBef>
                <a:spcPts val="800"/>
              </a:spcBef>
              <a:spcAft>
                <a:spcPts val="0"/>
              </a:spcAft>
              <a:buSzPts val="1200"/>
              <a:buFont typeface="Manrope Medium"/>
              <a:buChar char="●"/>
              <a:defRPr>
                <a:latin typeface="Manrope Medium"/>
                <a:ea typeface="Manrope Medium"/>
                <a:cs typeface="Manrope Medium"/>
                <a:sym typeface="Manrope Medium"/>
              </a:defRPr>
            </a:lvl7pPr>
            <a:lvl8pPr marL="3657600" lvl="7" indent="-304800" algn="ctr">
              <a:spcBef>
                <a:spcPts val="800"/>
              </a:spcBef>
              <a:spcAft>
                <a:spcPts val="0"/>
              </a:spcAft>
              <a:buSzPts val="1200"/>
              <a:buFont typeface="Manrope Medium"/>
              <a:buChar char="○"/>
              <a:defRPr>
                <a:latin typeface="Manrope Medium"/>
                <a:ea typeface="Manrope Medium"/>
                <a:cs typeface="Manrope Medium"/>
                <a:sym typeface="Manrope Medium"/>
              </a:defRPr>
            </a:lvl8pPr>
            <a:lvl9pPr marL="4114800" lvl="8" indent="-304800" algn="ctr">
              <a:spcBef>
                <a:spcPts val="800"/>
              </a:spcBef>
              <a:spcAft>
                <a:spcPts val="800"/>
              </a:spcAft>
              <a:buSzPts val="1200"/>
              <a:buFont typeface="Manrope Medium"/>
              <a:buChar char="■"/>
              <a:defRPr>
                <a:latin typeface="Manrope Medium"/>
                <a:ea typeface="Manrope Medium"/>
                <a:cs typeface="Manrope Medium"/>
                <a:sym typeface="Manrope Medium"/>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Headline and Subtitle">
  <p:cSld name="CUSTOM_1_1_3_1">
    <p:spTree>
      <p:nvGrpSpPr>
        <p:cNvPr id="1" name="Shape 242"/>
        <p:cNvGrpSpPr/>
        <p:nvPr/>
      </p:nvGrpSpPr>
      <p:grpSpPr>
        <a:xfrm>
          <a:off x="0" y="0"/>
          <a:ext cx="0" cy="0"/>
          <a:chOff x="0" y="0"/>
          <a:chExt cx="0" cy="0"/>
        </a:xfrm>
      </p:grpSpPr>
      <p:grpSp>
        <p:nvGrpSpPr>
          <p:cNvPr id="243" name="Google Shape;243;p11"/>
          <p:cNvGrpSpPr/>
          <p:nvPr/>
        </p:nvGrpSpPr>
        <p:grpSpPr>
          <a:xfrm>
            <a:off x="392964" y="576950"/>
            <a:ext cx="8764835" cy="4114800"/>
            <a:chOff x="374175" y="576950"/>
            <a:chExt cx="8783280" cy="4114800"/>
          </a:xfrm>
        </p:grpSpPr>
        <p:cxnSp>
          <p:nvCxnSpPr>
            <p:cNvPr id="244" name="Google Shape;244;p11"/>
            <p:cNvCxnSpPr/>
            <p:nvPr/>
          </p:nvCxnSpPr>
          <p:spPr>
            <a:xfrm>
              <a:off x="374175" y="576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45" name="Google Shape;245;p11"/>
            <p:cNvCxnSpPr/>
            <p:nvPr/>
          </p:nvCxnSpPr>
          <p:spPr>
            <a:xfrm>
              <a:off x="380655" y="1110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46" name="Google Shape;246;p11"/>
            <p:cNvCxnSpPr/>
            <p:nvPr/>
          </p:nvCxnSpPr>
          <p:spPr>
            <a:xfrm>
              <a:off x="380655" y="1643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47" name="Google Shape;247;p11"/>
            <p:cNvCxnSpPr/>
            <p:nvPr/>
          </p:nvCxnSpPr>
          <p:spPr>
            <a:xfrm>
              <a:off x="380655" y="2100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48" name="Google Shape;248;p11"/>
            <p:cNvCxnSpPr/>
            <p:nvPr/>
          </p:nvCxnSpPr>
          <p:spPr>
            <a:xfrm>
              <a:off x="380655" y="2634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49" name="Google Shape;249;p11"/>
            <p:cNvCxnSpPr/>
            <p:nvPr/>
          </p:nvCxnSpPr>
          <p:spPr>
            <a:xfrm>
              <a:off x="380655" y="3167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50" name="Google Shape;250;p11"/>
            <p:cNvCxnSpPr/>
            <p:nvPr/>
          </p:nvCxnSpPr>
          <p:spPr>
            <a:xfrm>
              <a:off x="380655" y="3624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51" name="Google Shape;251;p11"/>
            <p:cNvCxnSpPr/>
            <p:nvPr/>
          </p:nvCxnSpPr>
          <p:spPr>
            <a:xfrm>
              <a:off x="380655" y="4158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252" name="Google Shape;252;p11"/>
            <p:cNvCxnSpPr/>
            <p:nvPr/>
          </p:nvCxnSpPr>
          <p:spPr>
            <a:xfrm>
              <a:off x="380655" y="4691750"/>
              <a:ext cx="8776800" cy="0"/>
            </a:xfrm>
            <a:prstGeom prst="straightConnector1">
              <a:avLst/>
            </a:prstGeom>
            <a:noFill/>
            <a:ln w="9525" cap="flat" cmpd="sng">
              <a:solidFill>
                <a:schemeClr val="accent5"/>
              </a:solidFill>
              <a:prstDash val="solid"/>
              <a:round/>
              <a:headEnd type="none" w="sm" len="sm"/>
              <a:tailEnd type="none" w="sm" len="sm"/>
            </a:ln>
          </p:spPr>
        </p:cxnSp>
      </p:grpSp>
      <p:cxnSp>
        <p:nvCxnSpPr>
          <p:cNvPr id="253" name="Google Shape;253;p11"/>
          <p:cNvCxnSpPr/>
          <p:nvPr/>
        </p:nvCxnSpPr>
        <p:spPr>
          <a:xfrm>
            <a:off x="392950" y="-20266"/>
            <a:ext cx="0" cy="5165700"/>
          </a:xfrm>
          <a:prstGeom prst="straightConnector1">
            <a:avLst/>
          </a:prstGeom>
          <a:noFill/>
          <a:ln w="9525" cap="flat" cmpd="sng">
            <a:solidFill>
              <a:schemeClr val="accent5"/>
            </a:solidFill>
            <a:prstDash val="solid"/>
            <a:round/>
            <a:headEnd type="none" w="sm" len="sm"/>
            <a:tailEnd type="none" w="sm" len="sm"/>
          </a:ln>
        </p:spPr>
      </p:cxnSp>
      <p:grpSp>
        <p:nvGrpSpPr>
          <p:cNvPr id="254" name="Google Shape;254;p11"/>
          <p:cNvGrpSpPr/>
          <p:nvPr/>
        </p:nvGrpSpPr>
        <p:grpSpPr>
          <a:xfrm>
            <a:off x="114406" y="175123"/>
            <a:ext cx="134104" cy="4750255"/>
            <a:chOff x="114406" y="175123"/>
            <a:chExt cx="134104" cy="4750255"/>
          </a:xfrm>
        </p:grpSpPr>
        <p:grpSp>
          <p:nvGrpSpPr>
            <p:cNvPr id="255" name="Google Shape;255;p11"/>
            <p:cNvGrpSpPr/>
            <p:nvPr/>
          </p:nvGrpSpPr>
          <p:grpSpPr>
            <a:xfrm>
              <a:off x="114406" y="175123"/>
              <a:ext cx="134104" cy="4334807"/>
              <a:chOff x="5432271" y="383100"/>
              <a:chExt cx="137854" cy="4456010"/>
            </a:xfrm>
          </p:grpSpPr>
          <p:grpSp>
            <p:nvGrpSpPr>
              <p:cNvPr id="256" name="Google Shape;256;p11"/>
              <p:cNvGrpSpPr/>
              <p:nvPr/>
            </p:nvGrpSpPr>
            <p:grpSpPr>
              <a:xfrm>
                <a:off x="5432271" y="383100"/>
                <a:ext cx="137854" cy="981668"/>
                <a:chOff x="5432271" y="383100"/>
                <a:chExt cx="137854" cy="981668"/>
              </a:xfrm>
            </p:grpSpPr>
            <p:sp>
              <p:nvSpPr>
                <p:cNvPr id="257" name="Google Shape;257;p11"/>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58" name="Google Shape;258;p11"/>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59" name="Google Shape;259;p11"/>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60" name="Google Shape;260;p11"/>
              <p:cNvGrpSpPr/>
              <p:nvPr/>
            </p:nvGrpSpPr>
            <p:grpSpPr>
              <a:xfrm>
                <a:off x="5432271" y="1678500"/>
                <a:ext cx="137854" cy="981668"/>
                <a:chOff x="5432271" y="383100"/>
                <a:chExt cx="137854" cy="981668"/>
              </a:xfrm>
            </p:grpSpPr>
            <p:sp>
              <p:nvSpPr>
                <p:cNvPr id="261" name="Google Shape;261;p11"/>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62" name="Google Shape;262;p11"/>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63" name="Google Shape;263;p11"/>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64" name="Google Shape;264;p11"/>
              <p:cNvGrpSpPr/>
              <p:nvPr/>
            </p:nvGrpSpPr>
            <p:grpSpPr>
              <a:xfrm>
                <a:off x="5432271" y="2973900"/>
                <a:ext cx="137854" cy="981668"/>
                <a:chOff x="5432271" y="383100"/>
                <a:chExt cx="137854" cy="981668"/>
              </a:xfrm>
            </p:grpSpPr>
            <p:sp>
              <p:nvSpPr>
                <p:cNvPr id="265" name="Google Shape;265;p11"/>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66" name="Google Shape;266;p11"/>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67" name="Google Shape;267;p11"/>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268" name="Google Shape;268;p11"/>
              <p:cNvGrpSpPr/>
              <p:nvPr/>
            </p:nvGrpSpPr>
            <p:grpSpPr>
              <a:xfrm>
                <a:off x="5432271" y="4269300"/>
                <a:ext cx="137854" cy="569810"/>
                <a:chOff x="5432271" y="383100"/>
                <a:chExt cx="137854" cy="569810"/>
              </a:xfrm>
            </p:grpSpPr>
            <p:sp>
              <p:nvSpPr>
                <p:cNvPr id="269" name="Google Shape;269;p11"/>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70" name="Google Shape;270;p11"/>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sp>
          <p:nvSpPr>
            <p:cNvPr id="271" name="Google Shape;271;p11"/>
            <p:cNvSpPr/>
            <p:nvPr/>
          </p:nvSpPr>
          <p:spPr>
            <a:xfrm>
              <a:off x="115150" y="4798178"/>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sp>
        <p:nvSpPr>
          <p:cNvPr id="272" name="Google Shape;272;p11"/>
          <p:cNvSpPr txBox="1">
            <a:spLocks noGrp="1"/>
          </p:cNvSpPr>
          <p:nvPr>
            <p:ph type="subTitle" idx="1"/>
          </p:nvPr>
        </p:nvSpPr>
        <p:spPr>
          <a:xfrm>
            <a:off x="3063300" y="413950"/>
            <a:ext cx="2445000" cy="9111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800"/>
              <a:buFont typeface="Arial"/>
              <a:buNone/>
              <a:defRPr sz="1000">
                <a:latin typeface="Manrope Medium"/>
                <a:ea typeface="Manrope Medium"/>
                <a:cs typeface="Manrope Medium"/>
                <a:sym typeface="Manrope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3" name="Google Shape;273;p11"/>
          <p:cNvSpPr txBox="1">
            <a:spLocks noGrp="1"/>
          </p:cNvSpPr>
          <p:nvPr>
            <p:ph type="title"/>
          </p:nvPr>
        </p:nvSpPr>
        <p:spPr>
          <a:xfrm>
            <a:off x="513300" y="419950"/>
            <a:ext cx="2641500" cy="1015800"/>
          </a:xfrm>
          <a:prstGeom prst="rect">
            <a:avLst/>
          </a:prstGeom>
        </p:spPr>
        <p:txBody>
          <a:bodyPr spcFirstLastPara="1" wrap="square" lIns="91425" tIns="91425" rIns="91425" bIns="91425" anchor="ctr" anchorCtr="0">
            <a:noAutofit/>
          </a:bodyPr>
          <a:lstStyle>
            <a:lvl1pPr lvl="0">
              <a:spcBef>
                <a:spcPts val="0"/>
              </a:spcBef>
              <a:spcAft>
                <a:spcPts val="0"/>
              </a:spcAft>
              <a:buSzPts val="1400"/>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Four big ideas">
  <p:cSld name="BLANK_1_1_1_1_1_1_1_1_1_1_1_1_1_1_1">
    <p:bg>
      <p:bgPr>
        <a:solidFill>
          <a:schemeClr val="lt1"/>
        </a:solidFill>
        <a:effectLst/>
      </p:bgPr>
    </p:bg>
    <p:spTree>
      <p:nvGrpSpPr>
        <p:cNvPr id="1" name="Shape 274"/>
        <p:cNvGrpSpPr/>
        <p:nvPr/>
      </p:nvGrpSpPr>
      <p:grpSpPr>
        <a:xfrm>
          <a:off x="0" y="0"/>
          <a:ext cx="0" cy="0"/>
          <a:chOff x="0" y="0"/>
          <a:chExt cx="0" cy="0"/>
        </a:xfrm>
      </p:grpSpPr>
      <p:sp>
        <p:nvSpPr>
          <p:cNvPr id="275" name="Google Shape;275;p12"/>
          <p:cNvSpPr txBox="1">
            <a:spLocks noGrp="1"/>
          </p:cNvSpPr>
          <p:nvPr>
            <p:ph type="body" idx="1"/>
          </p:nvPr>
        </p:nvSpPr>
        <p:spPr>
          <a:xfrm rot="-188853">
            <a:off x="683183" y="2219155"/>
            <a:ext cx="1890452" cy="1486342"/>
          </a:xfrm>
          <a:prstGeom prst="rect">
            <a:avLst/>
          </a:prstGeom>
        </p:spPr>
        <p:txBody>
          <a:bodyPr spcFirstLastPara="1" wrap="square" lIns="91425" tIns="91425" rIns="91425" bIns="91425" anchor="t" anchorCtr="0">
            <a:noAutofit/>
          </a:bodyPr>
          <a:lstStyle>
            <a:lvl1pPr marL="457200" lvl="0" indent="-228600">
              <a:spcBef>
                <a:spcPts val="0"/>
              </a:spcBef>
              <a:spcAft>
                <a:spcPts val="0"/>
              </a:spcAft>
              <a:buClr>
                <a:schemeClr val="dk1"/>
              </a:buClr>
              <a:buSzPts val="1200"/>
              <a:buNone/>
              <a:defRPr sz="1000">
                <a:solidFill>
                  <a:schemeClr val="dk1"/>
                </a:solidFill>
                <a:latin typeface="Manrope Medium"/>
                <a:ea typeface="Manrope Medium"/>
                <a:cs typeface="Manrope Medium"/>
                <a:sym typeface="Manrope Medium"/>
              </a:defRPr>
            </a:lvl1pPr>
            <a:lvl2pPr marL="914400" lvl="1" indent="-292100">
              <a:spcBef>
                <a:spcPts val="10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2pPr>
            <a:lvl3pPr marL="1371600" lvl="2"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3pPr>
            <a:lvl4pPr marL="1828800" lvl="3"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4pPr>
            <a:lvl5pPr marL="2286000" lvl="4"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5pPr>
            <a:lvl6pPr marL="2743200" lvl="5"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6pPr>
            <a:lvl7pPr marL="3200400" lvl="6"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7pPr>
            <a:lvl8pPr marL="3657600" lvl="7"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8pPr>
            <a:lvl9pPr marL="4114800" lvl="8"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9pPr>
          </a:lstStyle>
          <a:p>
            <a:endParaRPr/>
          </a:p>
        </p:txBody>
      </p:sp>
      <p:grpSp>
        <p:nvGrpSpPr>
          <p:cNvPr id="276" name="Google Shape;276;p12"/>
          <p:cNvGrpSpPr/>
          <p:nvPr/>
        </p:nvGrpSpPr>
        <p:grpSpPr>
          <a:xfrm>
            <a:off x="8663938" y="3954675"/>
            <a:ext cx="502925" cy="1209925"/>
            <a:chOff x="8642600" y="3954675"/>
            <a:chExt cx="502925" cy="1209925"/>
          </a:xfrm>
        </p:grpSpPr>
        <p:sp>
          <p:nvSpPr>
            <p:cNvPr id="277" name="Google Shape;277;p12"/>
            <p:cNvSpPr/>
            <p:nvPr/>
          </p:nvSpPr>
          <p:spPr>
            <a:xfrm>
              <a:off x="8642600" y="3954675"/>
              <a:ext cx="502925" cy="1196325"/>
            </a:xfrm>
            <a:custGeom>
              <a:avLst/>
              <a:gdLst/>
              <a:ahLst/>
              <a:cxnLst/>
              <a:rect l="l" t="t" r="r" b="b"/>
              <a:pathLst>
                <a:path w="20117" h="47853" extrusionOk="0">
                  <a:moveTo>
                    <a:pt x="20117" y="0"/>
                  </a:moveTo>
                  <a:lnTo>
                    <a:pt x="20117" y="47853"/>
                  </a:lnTo>
                  <a:lnTo>
                    <a:pt x="0" y="47853"/>
                  </a:lnTo>
                  <a:close/>
                </a:path>
              </a:pathLst>
            </a:custGeom>
            <a:solidFill>
              <a:schemeClr val="dk1"/>
            </a:solidFill>
            <a:ln>
              <a:noFill/>
            </a:ln>
          </p:spPr>
        </p:sp>
        <p:cxnSp>
          <p:nvCxnSpPr>
            <p:cNvPr id="278" name="Google Shape;278;p12"/>
            <p:cNvCxnSpPr/>
            <p:nvPr/>
          </p:nvCxnSpPr>
          <p:spPr>
            <a:xfrm flipH="1">
              <a:off x="8779700" y="4349200"/>
              <a:ext cx="358200" cy="815400"/>
            </a:xfrm>
            <a:prstGeom prst="straightConnector1">
              <a:avLst/>
            </a:prstGeom>
            <a:noFill/>
            <a:ln w="9525" cap="flat" cmpd="sng">
              <a:solidFill>
                <a:schemeClr val="lt1"/>
              </a:solidFill>
              <a:prstDash val="solid"/>
              <a:round/>
              <a:headEnd type="none" w="sm" len="sm"/>
              <a:tailEnd type="none" w="sm" len="sm"/>
            </a:ln>
          </p:spPr>
        </p:cxnSp>
      </p:grpSp>
      <p:sp>
        <p:nvSpPr>
          <p:cNvPr id="279" name="Google Shape;279;p12"/>
          <p:cNvSpPr txBox="1">
            <a:spLocks noGrp="1"/>
          </p:cNvSpPr>
          <p:nvPr>
            <p:ph type="body" idx="2"/>
          </p:nvPr>
        </p:nvSpPr>
        <p:spPr>
          <a:xfrm rot="124964">
            <a:off x="5014631" y="765881"/>
            <a:ext cx="1890349" cy="1486281"/>
          </a:xfrm>
          <a:prstGeom prst="rect">
            <a:avLst/>
          </a:prstGeom>
        </p:spPr>
        <p:txBody>
          <a:bodyPr spcFirstLastPara="1" wrap="square" lIns="91425" tIns="91425" rIns="91425" bIns="91425" anchor="t" anchorCtr="0">
            <a:noAutofit/>
          </a:bodyPr>
          <a:lstStyle>
            <a:lvl1pPr marL="457200" lvl="0" indent="-228600">
              <a:spcBef>
                <a:spcPts val="0"/>
              </a:spcBef>
              <a:spcAft>
                <a:spcPts val="0"/>
              </a:spcAft>
              <a:buClr>
                <a:schemeClr val="dk1"/>
              </a:buClr>
              <a:buSzPts val="1200"/>
              <a:buNone/>
              <a:defRPr sz="1000">
                <a:solidFill>
                  <a:schemeClr val="dk1"/>
                </a:solidFill>
                <a:latin typeface="Manrope Medium"/>
                <a:ea typeface="Manrope Medium"/>
                <a:cs typeface="Manrope Medium"/>
                <a:sym typeface="Manrope Medium"/>
              </a:defRPr>
            </a:lvl1pPr>
            <a:lvl2pPr marL="914400" lvl="1" indent="-292100">
              <a:spcBef>
                <a:spcPts val="10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2pPr>
            <a:lvl3pPr marL="1371600" lvl="2"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3pPr>
            <a:lvl4pPr marL="1828800" lvl="3"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4pPr>
            <a:lvl5pPr marL="2286000" lvl="4"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5pPr>
            <a:lvl6pPr marL="2743200" lvl="5"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6pPr>
            <a:lvl7pPr marL="3200400" lvl="6"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7pPr>
            <a:lvl8pPr marL="3657600" lvl="7"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8pPr>
            <a:lvl9pPr marL="4114800" lvl="8"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9pPr>
          </a:lstStyle>
          <a:p>
            <a:endParaRPr/>
          </a:p>
        </p:txBody>
      </p:sp>
      <p:sp>
        <p:nvSpPr>
          <p:cNvPr id="280" name="Google Shape;280;p12"/>
          <p:cNvSpPr txBox="1">
            <a:spLocks noGrp="1"/>
          </p:cNvSpPr>
          <p:nvPr>
            <p:ph type="body" idx="3"/>
          </p:nvPr>
        </p:nvSpPr>
        <p:spPr>
          <a:xfrm rot="351430">
            <a:off x="3021711" y="3296608"/>
            <a:ext cx="1890268" cy="1486173"/>
          </a:xfrm>
          <a:prstGeom prst="rect">
            <a:avLst/>
          </a:prstGeom>
        </p:spPr>
        <p:txBody>
          <a:bodyPr spcFirstLastPara="1" wrap="square" lIns="91425" tIns="91425" rIns="91425" bIns="91425" anchor="t" anchorCtr="0">
            <a:spAutoFit/>
          </a:bodyPr>
          <a:lstStyle>
            <a:lvl1pPr marL="457200" lvl="0" indent="-228600">
              <a:spcBef>
                <a:spcPts val="0"/>
              </a:spcBef>
              <a:spcAft>
                <a:spcPts val="0"/>
              </a:spcAft>
              <a:buClr>
                <a:schemeClr val="dk1"/>
              </a:buClr>
              <a:buSzPts val="1200"/>
              <a:buNone/>
              <a:defRPr sz="1000">
                <a:solidFill>
                  <a:schemeClr val="dk1"/>
                </a:solidFill>
                <a:latin typeface="Manrope Medium"/>
                <a:ea typeface="Manrope Medium"/>
                <a:cs typeface="Manrope Medium"/>
                <a:sym typeface="Manrope Medium"/>
              </a:defRPr>
            </a:lvl1pPr>
            <a:lvl2pPr marL="914400" lvl="1" indent="-292100">
              <a:spcBef>
                <a:spcPts val="10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2pPr>
            <a:lvl3pPr marL="1371600" lvl="2"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3pPr>
            <a:lvl4pPr marL="1828800" lvl="3"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4pPr>
            <a:lvl5pPr marL="2286000" lvl="4"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5pPr>
            <a:lvl6pPr marL="2743200" lvl="5"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6pPr>
            <a:lvl7pPr marL="3200400" lvl="6"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7pPr>
            <a:lvl8pPr marL="3657600" lvl="7" indent="-292100">
              <a:spcBef>
                <a:spcPts val="8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8pPr>
            <a:lvl9pPr marL="4114800" lvl="8" indent="-292100">
              <a:spcBef>
                <a:spcPts val="800"/>
              </a:spcBef>
              <a:spcAft>
                <a:spcPts val="80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9pPr>
          </a:lstStyle>
          <a:p>
            <a:endParaRPr/>
          </a:p>
        </p:txBody>
      </p:sp>
      <p:sp>
        <p:nvSpPr>
          <p:cNvPr id="281" name="Google Shape;281;p12"/>
          <p:cNvSpPr txBox="1">
            <a:spLocks noGrp="1"/>
          </p:cNvSpPr>
          <p:nvPr>
            <p:ph type="body" idx="4"/>
          </p:nvPr>
        </p:nvSpPr>
        <p:spPr>
          <a:xfrm rot="3819">
            <a:off x="6728901" y="3168092"/>
            <a:ext cx="1890601" cy="1485901"/>
          </a:xfrm>
          <a:prstGeom prst="rect">
            <a:avLst/>
          </a:prstGeom>
        </p:spPr>
        <p:txBody>
          <a:bodyPr spcFirstLastPara="1" wrap="square" lIns="91425" tIns="91425" rIns="91425" bIns="91425" anchor="t" anchorCtr="0">
            <a:noAutofit/>
          </a:bodyPr>
          <a:lstStyle>
            <a:lvl1pPr marL="457200" lvl="0" indent="-228600">
              <a:spcBef>
                <a:spcPts val="0"/>
              </a:spcBef>
              <a:spcAft>
                <a:spcPts val="0"/>
              </a:spcAft>
              <a:buClr>
                <a:schemeClr val="dk1"/>
              </a:buClr>
              <a:buSzPts val="1200"/>
              <a:buNone/>
              <a:defRPr sz="1000">
                <a:solidFill>
                  <a:schemeClr val="dk1"/>
                </a:solidFill>
                <a:latin typeface="Manrope Medium"/>
                <a:ea typeface="Manrope Medium"/>
                <a:cs typeface="Manrope Medium"/>
                <a:sym typeface="Manrope Medium"/>
              </a:defRPr>
            </a:lvl1pPr>
            <a:lvl2pPr marL="914400" lvl="1" indent="-292100">
              <a:spcBef>
                <a:spcPts val="100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2pPr>
            <a:lvl3pPr marL="1371600" lvl="2"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3pPr>
            <a:lvl4pPr marL="1828800" lvl="3"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4pPr>
            <a:lvl5pPr marL="2286000" lvl="4"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5pPr>
            <a:lvl6pPr marL="2743200" lvl="5"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6pPr>
            <a:lvl7pPr marL="3200400" lvl="6"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7pPr>
            <a:lvl8pPr marL="3657600" lvl="7"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8pPr>
            <a:lvl9pPr marL="4114800" lvl="8" indent="-292100">
              <a:spcBef>
                <a:spcPts val="0"/>
              </a:spcBef>
              <a:spcAft>
                <a:spcPts val="0"/>
              </a:spcAft>
              <a:buClr>
                <a:schemeClr val="dk1"/>
              </a:buClr>
              <a:buSzPts val="1000"/>
              <a:buFont typeface="Manrope Medium"/>
              <a:buChar char="■"/>
              <a:defRPr sz="1000">
                <a:solidFill>
                  <a:schemeClr val="dk1"/>
                </a:solidFill>
                <a:latin typeface="Manrope Medium"/>
                <a:ea typeface="Manrope Medium"/>
                <a:cs typeface="Manrope Medium"/>
                <a:sym typeface="Manrope Medium"/>
              </a:defRPr>
            </a:lvl9pPr>
          </a:lstStyle>
          <a:p>
            <a:endParaRPr/>
          </a:p>
        </p:txBody>
      </p:sp>
      <p:sp>
        <p:nvSpPr>
          <p:cNvPr id="282" name="Google Shape;282;p12"/>
          <p:cNvSpPr txBox="1">
            <a:spLocks noGrp="1"/>
          </p:cNvSpPr>
          <p:nvPr>
            <p:ph type="title"/>
          </p:nvPr>
        </p:nvSpPr>
        <p:spPr>
          <a:xfrm>
            <a:off x="513300" y="375350"/>
            <a:ext cx="2796300" cy="651300"/>
          </a:xfrm>
          <a:prstGeom prst="rect">
            <a:avLst/>
          </a:prstGeom>
        </p:spPr>
        <p:txBody>
          <a:bodyPr spcFirstLastPara="1" wrap="square" lIns="91425" tIns="91425" rIns="91425" bIns="91425" anchor="ctr" anchorCtr="0">
            <a:noAutofit/>
          </a:bodyPr>
          <a:lstStyle>
            <a:lvl1pPr lvl="0">
              <a:spcBef>
                <a:spcPts val="0"/>
              </a:spcBef>
              <a:spcAft>
                <a:spcPts val="0"/>
              </a:spcAft>
              <a:buClr>
                <a:schemeClr val="dk1"/>
              </a:buClr>
              <a:buSzPts val="2400"/>
              <a:buNone/>
              <a:defRPr sz="2400" b="0">
                <a:solidFill>
                  <a:schemeClr val="dk1"/>
                </a:solidFill>
              </a:defRPr>
            </a:lvl1pPr>
            <a:lvl2pPr lvl="1">
              <a:spcBef>
                <a:spcPts val="0"/>
              </a:spcBef>
              <a:spcAft>
                <a:spcPts val="0"/>
              </a:spcAft>
              <a:buClr>
                <a:schemeClr val="lt1"/>
              </a:buClr>
              <a:buSzPts val="2400"/>
              <a:buNone/>
              <a:defRPr sz="2400"/>
            </a:lvl2pPr>
            <a:lvl3pPr lvl="2">
              <a:spcBef>
                <a:spcPts val="0"/>
              </a:spcBef>
              <a:spcAft>
                <a:spcPts val="0"/>
              </a:spcAft>
              <a:buClr>
                <a:schemeClr val="lt1"/>
              </a:buClr>
              <a:buSzPts val="2400"/>
              <a:buNone/>
              <a:defRPr sz="2400"/>
            </a:lvl3pPr>
            <a:lvl4pPr lvl="3">
              <a:spcBef>
                <a:spcPts val="0"/>
              </a:spcBef>
              <a:spcAft>
                <a:spcPts val="0"/>
              </a:spcAft>
              <a:buClr>
                <a:schemeClr val="lt1"/>
              </a:buClr>
              <a:buSzPts val="2400"/>
              <a:buNone/>
              <a:defRPr sz="2400"/>
            </a:lvl4pPr>
            <a:lvl5pPr lvl="4">
              <a:spcBef>
                <a:spcPts val="0"/>
              </a:spcBef>
              <a:spcAft>
                <a:spcPts val="0"/>
              </a:spcAft>
              <a:buClr>
                <a:schemeClr val="lt1"/>
              </a:buClr>
              <a:buSzPts val="2400"/>
              <a:buNone/>
              <a:defRPr sz="2400"/>
            </a:lvl5pPr>
            <a:lvl6pPr lvl="5">
              <a:spcBef>
                <a:spcPts val="0"/>
              </a:spcBef>
              <a:spcAft>
                <a:spcPts val="0"/>
              </a:spcAft>
              <a:buClr>
                <a:schemeClr val="lt1"/>
              </a:buClr>
              <a:buSzPts val="2400"/>
              <a:buNone/>
              <a:defRPr sz="2400"/>
            </a:lvl6pPr>
            <a:lvl7pPr lvl="6">
              <a:spcBef>
                <a:spcPts val="0"/>
              </a:spcBef>
              <a:spcAft>
                <a:spcPts val="0"/>
              </a:spcAft>
              <a:buClr>
                <a:schemeClr val="lt1"/>
              </a:buClr>
              <a:buSzPts val="2400"/>
              <a:buNone/>
              <a:defRPr sz="2400"/>
            </a:lvl7pPr>
            <a:lvl8pPr lvl="7">
              <a:spcBef>
                <a:spcPts val="0"/>
              </a:spcBef>
              <a:spcAft>
                <a:spcPts val="0"/>
              </a:spcAft>
              <a:buClr>
                <a:schemeClr val="lt1"/>
              </a:buClr>
              <a:buSzPts val="2400"/>
              <a:buNone/>
              <a:defRPr sz="2400"/>
            </a:lvl8pPr>
            <a:lvl9pPr lvl="8">
              <a:spcBef>
                <a:spcPts val="0"/>
              </a:spcBef>
              <a:spcAft>
                <a:spcPts val="0"/>
              </a:spcAft>
              <a:buClr>
                <a:schemeClr val="lt1"/>
              </a:buClr>
              <a:buSzPts val="2400"/>
              <a:buNone/>
              <a:defRPr sz="2400"/>
            </a:lvl9pPr>
          </a:lstStyle>
          <a:p>
            <a:endParaRPr/>
          </a:p>
        </p:txBody>
      </p:sp>
      <p:sp>
        <p:nvSpPr>
          <p:cNvPr id="283" name="Google Shape;283;p12"/>
          <p:cNvSpPr txBox="1">
            <a:spLocks noGrp="1"/>
          </p:cNvSpPr>
          <p:nvPr>
            <p:ph type="subTitle" idx="5"/>
          </p:nvPr>
        </p:nvSpPr>
        <p:spPr>
          <a:xfrm rot="-226014">
            <a:off x="619152" y="1527866"/>
            <a:ext cx="1890484" cy="547784"/>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2pPr>
            <a:lvl3pPr lvl="2"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3pPr>
            <a:lvl4pPr lvl="3"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4pPr>
            <a:lvl5pPr lvl="4"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5pPr>
            <a:lvl6pPr lvl="5"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6pPr>
            <a:lvl7pPr lvl="6"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7pPr>
            <a:lvl8pPr lvl="7"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8pPr>
            <a:lvl9pPr lvl="8" algn="ctr">
              <a:lnSpc>
                <a:spcPct val="100000"/>
              </a:lnSpc>
              <a:spcBef>
                <a:spcPts val="800"/>
              </a:spcBef>
              <a:spcAft>
                <a:spcPts val="800"/>
              </a:spcAft>
              <a:buClr>
                <a:schemeClr val="dk1"/>
              </a:buClr>
              <a:buSzPts val="3000"/>
              <a:buFont typeface="Anton"/>
              <a:buNone/>
              <a:defRPr sz="3000">
                <a:solidFill>
                  <a:schemeClr val="dk1"/>
                </a:solidFill>
                <a:latin typeface="Anton"/>
                <a:ea typeface="Anton"/>
                <a:cs typeface="Anton"/>
                <a:sym typeface="Anton"/>
              </a:defRPr>
            </a:lvl9pPr>
          </a:lstStyle>
          <a:p>
            <a:endParaRPr/>
          </a:p>
        </p:txBody>
      </p:sp>
      <p:sp>
        <p:nvSpPr>
          <p:cNvPr id="284" name="Google Shape;284;p12"/>
          <p:cNvSpPr txBox="1">
            <a:spLocks noGrp="1"/>
          </p:cNvSpPr>
          <p:nvPr>
            <p:ph type="subTitle" idx="6"/>
          </p:nvPr>
        </p:nvSpPr>
        <p:spPr>
          <a:xfrm rot="126162">
            <a:off x="5024491" y="108292"/>
            <a:ext cx="1970527" cy="549668"/>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2pPr>
            <a:lvl3pPr lvl="2"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3pPr>
            <a:lvl4pPr lvl="3"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4pPr>
            <a:lvl5pPr lvl="4"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5pPr>
            <a:lvl6pPr lvl="5"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6pPr>
            <a:lvl7pPr lvl="6"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7pPr>
            <a:lvl8pPr lvl="7"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8pPr>
            <a:lvl9pPr lvl="8" algn="ctr">
              <a:lnSpc>
                <a:spcPct val="100000"/>
              </a:lnSpc>
              <a:spcBef>
                <a:spcPts val="800"/>
              </a:spcBef>
              <a:spcAft>
                <a:spcPts val="800"/>
              </a:spcAft>
              <a:buClr>
                <a:schemeClr val="dk1"/>
              </a:buClr>
              <a:buSzPts val="3000"/>
              <a:buFont typeface="Anton"/>
              <a:buNone/>
              <a:defRPr sz="3000">
                <a:solidFill>
                  <a:schemeClr val="dk1"/>
                </a:solidFill>
                <a:latin typeface="Anton"/>
                <a:ea typeface="Anton"/>
                <a:cs typeface="Anton"/>
                <a:sym typeface="Anton"/>
              </a:defRPr>
            </a:lvl9pPr>
          </a:lstStyle>
          <a:p>
            <a:endParaRPr/>
          </a:p>
        </p:txBody>
      </p:sp>
      <p:sp>
        <p:nvSpPr>
          <p:cNvPr id="285" name="Google Shape;285;p12"/>
          <p:cNvSpPr txBox="1">
            <a:spLocks noGrp="1"/>
          </p:cNvSpPr>
          <p:nvPr>
            <p:ph type="subTitle" idx="7"/>
          </p:nvPr>
        </p:nvSpPr>
        <p:spPr>
          <a:xfrm rot="348762">
            <a:off x="3115150" y="2659506"/>
            <a:ext cx="1943191" cy="546097"/>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2pPr>
            <a:lvl3pPr lvl="2"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3pPr>
            <a:lvl4pPr lvl="3"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4pPr>
            <a:lvl5pPr lvl="4"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5pPr>
            <a:lvl6pPr lvl="5"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6pPr>
            <a:lvl7pPr lvl="6"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7pPr>
            <a:lvl8pPr lvl="7"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8pPr>
            <a:lvl9pPr lvl="8" algn="ctr">
              <a:lnSpc>
                <a:spcPct val="100000"/>
              </a:lnSpc>
              <a:spcBef>
                <a:spcPts val="800"/>
              </a:spcBef>
              <a:spcAft>
                <a:spcPts val="800"/>
              </a:spcAft>
              <a:buClr>
                <a:schemeClr val="dk1"/>
              </a:buClr>
              <a:buSzPts val="3000"/>
              <a:buFont typeface="Anton"/>
              <a:buNone/>
              <a:defRPr sz="3000">
                <a:solidFill>
                  <a:schemeClr val="dk1"/>
                </a:solidFill>
                <a:latin typeface="Anton"/>
                <a:ea typeface="Anton"/>
                <a:cs typeface="Anton"/>
                <a:sym typeface="Anton"/>
              </a:defRPr>
            </a:lvl9pPr>
          </a:lstStyle>
          <a:p>
            <a:endParaRPr/>
          </a:p>
        </p:txBody>
      </p:sp>
      <p:sp>
        <p:nvSpPr>
          <p:cNvPr id="286" name="Google Shape;286;p12"/>
          <p:cNvSpPr txBox="1">
            <a:spLocks noGrp="1"/>
          </p:cNvSpPr>
          <p:nvPr>
            <p:ph type="subTitle" idx="8"/>
          </p:nvPr>
        </p:nvSpPr>
        <p:spPr>
          <a:xfrm rot="-59757">
            <a:off x="6687978" y="2476634"/>
            <a:ext cx="1915789" cy="549684"/>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2pPr>
            <a:lvl3pPr lvl="2"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3pPr>
            <a:lvl4pPr lvl="3"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4pPr>
            <a:lvl5pPr lvl="4"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5pPr>
            <a:lvl6pPr lvl="5"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6pPr>
            <a:lvl7pPr lvl="6"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7pPr>
            <a:lvl8pPr lvl="7" algn="ctr">
              <a:lnSpc>
                <a:spcPct val="100000"/>
              </a:lnSpc>
              <a:spcBef>
                <a:spcPts val="800"/>
              </a:spcBef>
              <a:spcAft>
                <a:spcPts val="0"/>
              </a:spcAft>
              <a:buClr>
                <a:schemeClr val="dk1"/>
              </a:buClr>
              <a:buSzPts val="3000"/>
              <a:buFont typeface="Anton"/>
              <a:buNone/>
              <a:defRPr sz="3000">
                <a:solidFill>
                  <a:schemeClr val="dk1"/>
                </a:solidFill>
                <a:latin typeface="Anton"/>
                <a:ea typeface="Anton"/>
                <a:cs typeface="Anton"/>
                <a:sym typeface="Anton"/>
              </a:defRPr>
            </a:lvl8pPr>
            <a:lvl9pPr lvl="8" algn="ctr">
              <a:lnSpc>
                <a:spcPct val="100000"/>
              </a:lnSpc>
              <a:spcBef>
                <a:spcPts val="800"/>
              </a:spcBef>
              <a:spcAft>
                <a:spcPts val="800"/>
              </a:spcAft>
              <a:buClr>
                <a:schemeClr val="dk1"/>
              </a:buClr>
              <a:buSzPts val="3000"/>
              <a:buFont typeface="Anton"/>
              <a:buNone/>
              <a:defRPr sz="3000">
                <a:solidFill>
                  <a:schemeClr val="dk1"/>
                </a:solidFill>
                <a:latin typeface="Anton"/>
                <a:ea typeface="Anton"/>
                <a:cs typeface="Anton"/>
                <a:sym typeface="Anton"/>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2">
  <p:cSld name="BLANK_1_1_1_1_1_1_1_1">
    <p:bg>
      <p:bgPr>
        <a:solidFill>
          <a:schemeClr val="lt1"/>
        </a:solidFill>
        <a:effectLst/>
      </p:bgPr>
    </p:bg>
    <p:spTree>
      <p:nvGrpSpPr>
        <p:cNvPr id="1" name="Shape 287"/>
        <p:cNvGrpSpPr/>
        <p:nvPr/>
      </p:nvGrpSpPr>
      <p:grpSpPr>
        <a:xfrm>
          <a:off x="0" y="0"/>
          <a:ext cx="0" cy="0"/>
          <a:chOff x="0" y="0"/>
          <a:chExt cx="0" cy="0"/>
        </a:xfrm>
      </p:grpSpPr>
      <p:sp>
        <p:nvSpPr>
          <p:cNvPr id="288" name="Google Shape;288;p13"/>
          <p:cNvSpPr txBox="1">
            <a:spLocks noGrp="1"/>
          </p:cNvSpPr>
          <p:nvPr>
            <p:ph type="title"/>
          </p:nvPr>
        </p:nvSpPr>
        <p:spPr>
          <a:xfrm>
            <a:off x="508875" y="874875"/>
            <a:ext cx="3003300" cy="557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dk1"/>
              </a:buClr>
              <a:buSzPts val="3000"/>
              <a:buNone/>
              <a:defRPr b="0">
                <a:solidFill>
                  <a:schemeClr val="dk1"/>
                </a:solidFill>
              </a:defRPr>
            </a:lvl1pPr>
            <a:lvl2pPr lvl="1">
              <a:lnSpc>
                <a:spcPct val="100000"/>
              </a:lnSpc>
              <a:spcBef>
                <a:spcPts val="0"/>
              </a:spcBef>
              <a:spcAft>
                <a:spcPts val="0"/>
              </a:spcAft>
              <a:buClr>
                <a:schemeClr val="dk1"/>
              </a:buClr>
              <a:buSzPts val="1400"/>
              <a:buNone/>
              <a:defRPr>
                <a:solidFill>
                  <a:schemeClr val="dk1"/>
                </a:solidFill>
              </a:defRPr>
            </a:lvl2pPr>
            <a:lvl3pPr lvl="2">
              <a:lnSpc>
                <a:spcPct val="100000"/>
              </a:lnSpc>
              <a:spcBef>
                <a:spcPts val="0"/>
              </a:spcBef>
              <a:spcAft>
                <a:spcPts val="0"/>
              </a:spcAft>
              <a:buClr>
                <a:schemeClr val="dk1"/>
              </a:buClr>
              <a:buSzPts val="1400"/>
              <a:buNone/>
              <a:defRPr>
                <a:solidFill>
                  <a:schemeClr val="dk1"/>
                </a:solidFill>
              </a:defRPr>
            </a:lvl3pPr>
            <a:lvl4pPr lvl="3">
              <a:lnSpc>
                <a:spcPct val="100000"/>
              </a:lnSpc>
              <a:spcBef>
                <a:spcPts val="0"/>
              </a:spcBef>
              <a:spcAft>
                <a:spcPts val="0"/>
              </a:spcAft>
              <a:buClr>
                <a:schemeClr val="dk1"/>
              </a:buClr>
              <a:buSzPts val="1400"/>
              <a:buNone/>
              <a:defRPr>
                <a:solidFill>
                  <a:schemeClr val="dk1"/>
                </a:solidFill>
              </a:defRPr>
            </a:lvl4pPr>
            <a:lvl5pPr lvl="4">
              <a:lnSpc>
                <a:spcPct val="100000"/>
              </a:lnSpc>
              <a:spcBef>
                <a:spcPts val="0"/>
              </a:spcBef>
              <a:spcAft>
                <a:spcPts val="0"/>
              </a:spcAft>
              <a:buClr>
                <a:schemeClr val="dk1"/>
              </a:buClr>
              <a:buSzPts val="1400"/>
              <a:buNone/>
              <a:defRPr>
                <a:solidFill>
                  <a:schemeClr val="dk1"/>
                </a:solidFill>
              </a:defRPr>
            </a:lvl5pPr>
            <a:lvl6pPr lvl="5">
              <a:lnSpc>
                <a:spcPct val="100000"/>
              </a:lnSpc>
              <a:spcBef>
                <a:spcPts val="0"/>
              </a:spcBef>
              <a:spcAft>
                <a:spcPts val="0"/>
              </a:spcAft>
              <a:buClr>
                <a:schemeClr val="dk1"/>
              </a:buClr>
              <a:buSzPts val="1400"/>
              <a:buNone/>
              <a:defRPr>
                <a:solidFill>
                  <a:schemeClr val="dk1"/>
                </a:solidFill>
              </a:defRPr>
            </a:lvl6pPr>
            <a:lvl7pPr lvl="6">
              <a:lnSpc>
                <a:spcPct val="100000"/>
              </a:lnSpc>
              <a:spcBef>
                <a:spcPts val="0"/>
              </a:spcBef>
              <a:spcAft>
                <a:spcPts val="0"/>
              </a:spcAft>
              <a:buClr>
                <a:schemeClr val="dk1"/>
              </a:buClr>
              <a:buSzPts val="1400"/>
              <a:buNone/>
              <a:defRPr>
                <a:solidFill>
                  <a:schemeClr val="dk1"/>
                </a:solidFill>
              </a:defRPr>
            </a:lvl7pPr>
            <a:lvl8pPr lvl="7">
              <a:lnSpc>
                <a:spcPct val="100000"/>
              </a:lnSpc>
              <a:spcBef>
                <a:spcPts val="0"/>
              </a:spcBef>
              <a:spcAft>
                <a:spcPts val="0"/>
              </a:spcAft>
              <a:buClr>
                <a:schemeClr val="dk1"/>
              </a:buClr>
              <a:buSzPts val="1400"/>
              <a:buNone/>
              <a:defRPr>
                <a:solidFill>
                  <a:schemeClr val="dk1"/>
                </a:solidFill>
              </a:defRPr>
            </a:lvl8pPr>
            <a:lvl9pPr lvl="8">
              <a:lnSpc>
                <a:spcPct val="100000"/>
              </a:lnSpc>
              <a:spcBef>
                <a:spcPts val="0"/>
              </a:spcBef>
              <a:spcAft>
                <a:spcPts val="0"/>
              </a:spcAft>
              <a:buClr>
                <a:schemeClr val="dk1"/>
              </a:buClr>
              <a:buSzPts val="1400"/>
              <a:buNone/>
              <a:defRPr>
                <a:solidFill>
                  <a:schemeClr val="dk1"/>
                </a:solidFill>
              </a:defRPr>
            </a:lvl9pPr>
          </a:lstStyle>
          <a:p>
            <a:endParaRPr/>
          </a:p>
        </p:txBody>
      </p:sp>
      <p:sp>
        <p:nvSpPr>
          <p:cNvPr id="289" name="Google Shape;289;p13"/>
          <p:cNvSpPr txBox="1"/>
          <p:nvPr/>
        </p:nvSpPr>
        <p:spPr>
          <a:xfrm>
            <a:off x="5712000" y="3474850"/>
            <a:ext cx="732900" cy="366600"/>
          </a:xfrm>
          <a:prstGeom prst="rect">
            <a:avLst/>
          </a:prstGeom>
          <a:noFill/>
          <a:ln>
            <a:noFill/>
          </a:ln>
        </p:spPr>
        <p:txBody>
          <a:bodyPr spcFirstLastPara="1" wrap="square" lIns="0" tIns="91425" rIns="91425" bIns="91425" anchor="t" anchorCtr="0">
            <a:noAutofit/>
          </a:bodyPr>
          <a:lstStyle/>
          <a:p>
            <a:pPr marL="0" lvl="0" indent="0" algn="l" rtl="0">
              <a:lnSpc>
                <a:spcPct val="60000"/>
              </a:lnSpc>
              <a:spcBef>
                <a:spcPts val="0"/>
              </a:spcBef>
              <a:spcAft>
                <a:spcPts val="0"/>
              </a:spcAft>
              <a:buSzPts val="7200"/>
              <a:buNone/>
            </a:pPr>
            <a:r>
              <a:rPr lang="en-GB" sz="7200">
                <a:solidFill>
                  <a:schemeClr val="lt1"/>
                </a:solidFill>
                <a:latin typeface="Manrope ExtraBold"/>
                <a:ea typeface="Manrope ExtraBold"/>
                <a:cs typeface="Manrope ExtraBold"/>
                <a:sym typeface="Manrope ExtraBold"/>
              </a:rPr>
              <a:t>“</a:t>
            </a:r>
            <a:endParaRPr sz="7200" i="1">
              <a:solidFill>
                <a:schemeClr val="lt1"/>
              </a:solidFill>
              <a:latin typeface="Manrope ExtraBold"/>
              <a:ea typeface="Manrope ExtraBold"/>
              <a:cs typeface="Manrope ExtraBold"/>
              <a:sym typeface="Manrope ExtraBold"/>
            </a:endParaRPr>
          </a:p>
        </p:txBody>
      </p:sp>
      <p:sp>
        <p:nvSpPr>
          <p:cNvPr id="290" name="Google Shape;290;p13"/>
          <p:cNvSpPr txBox="1">
            <a:spLocks noGrp="1"/>
          </p:cNvSpPr>
          <p:nvPr>
            <p:ph type="body" idx="1"/>
          </p:nvPr>
        </p:nvSpPr>
        <p:spPr>
          <a:xfrm>
            <a:off x="508875" y="1539275"/>
            <a:ext cx="3488400" cy="1182300"/>
          </a:xfrm>
          <a:prstGeom prst="rect">
            <a:avLst/>
          </a:prstGeom>
        </p:spPr>
        <p:txBody>
          <a:bodyPr spcFirstLastPara="1" wrap="square" lIns="91425" tIns="91425" rIns="91425" bIns="91425" anchor="t" anchorCtr="0">
            <a:noAutofit/>
          </a:bodyPr>
          <a:lstStyle>
            <a:lvl1pPr marL="457200" lvl="0" indent="-228600">
              <a:lnSpc>
                <a:spcPct val="100000"/>
              </a:lnSpc>
              <a:spcBef>
                <a:spcPts val="0"/>
              </a:spcBef>
              <a:spcAft>
                <a:spcPts val="0"/>
              </a:spcAft>
              <a:buClr>
                <a:schemeClr val="dk1"/>
              </a:buClr>
              <a:buSzPts val="1200"/>
              <a:buNone/>
              <a:defRPr>
                <a:solidFill>
                  <a:schemeClr val="dk1"/>
                </a:solidFill>
              </a:defRPr>
            </a:lvl1pPr>
            <a:lvl2pPr marL="914400" lvl="1" indent="-228600">
              <a:lnSpc>
                <a:spcPct val="100000"/>
              </a:lnSpc>
              <a:spcBef>
                <a:spcPts val="0"/>
              </a:spcBef>
              <a:spcAft>
                <a:spcPts val="0"/>
              </a:spcAft>
              <a:buClr>
                <a:schemeClr val="dk1"/>
              </a:buClr>
              <a:buSzPts val="1200"/>
              <a:buNone/>
              <a:defRPr>
                <a:solidFill>
                  <a:schemeClr val="dk1"/>
                </a:solidFill>
              </a:defRPr>
            </a:lvl2pPr>
            <a:lvl3pPr marL="1371600" lvl="2" indent="-228600">
              <a:lnSpc>
                <a:spcPct val="100000"/>
              </a:lnSpc>
              <a:spcBef>
                <a:spcPts val="0"/>
              </a:spcBef>
              <a:spcAft>
                <a:spcPts val="0"/>
              </a:spcAft>
              <a:buClr>
                <a:schemeClr val="dk1"/>
              </a:buClr>
              <a:buSzPts val="1200"/>
              <a:buNone/>
              <a:defRPr>
                <a:solidFill>
                  <a:schemeClr val="dk1"/>
                </a:solidFill>
              </a:defRPr>
            </a:lvl3pPr>
            <a:lvl4pPr marL="1828800" lvl="3" indent="-228600">
              <a:lnSpc>
                <a:spcPct val="100000"/>
              </a:lnSpc>
              <a:spcBef>
                <a:spcPts val="0"/>
              </a:spcBef>
              <a:spcAft>
                <a:spcPts val="0"/>
              </a:spcAft>
              <a:buClr>
                <a:schemeClr val="dk1"/>
              </a:buClr>
              <a:buSzPts val="1200"/>
              <a:buNone/>
              <a:defRPr>
                <a:solidFill>
                  <a:schemeClr val="dk1"/>
                </a:solidFill>
              </a:defRPr>
            </a:lvl4pPr>
            <a:lvl5pPr marL="2286000" lvl="4" indent="-228600">
              <a:lnSpc>
                <a:spcPct val="100000"/>
              </a:lnSpc>
              <a:spcBef>
                <a:spcPts val="0"/>
              </a:spcBef>
              <a:spcAft>
                <a:spcPts val="0"/>
              </a:spcAft>
              <a:buClr>
                <a:schemeClr val="dk1"/>
              </a:buClr>
              <a:buSzPts val="1200"/>
              <a:buNone/>
              <a:defRPr>
                <a:solidFill>
                  <a:schemeClr val="dk1"/>
                </a:solidFill>
              </a:defRPr>
            </a:lvl5pPr>
            <a:lvl6pPr marL="2743200" lvl="5" indent="-228600">
              <a:lnSpc>
                <a:spcPct val="100000"/>
              </a:lnSpc>
              <a:spcBef>
                <a:spcPts val="0"/>
              </a:spcBef>
              <a:spcAft>
                <a:spcPts val="0"/>
              </a:spcAft>
              <a:buClr>
                <a:schemeClr val="dk1"/>
              </a:buClr>
              <a:buSzPts val="1200"/>
              <a:buNone/>
              <a:defRPr>
                <a:solidFill>
                  <a:schemeClr val="dk1"/>
                </a:solidFill>
              </a:defRPr>
            </a:lvl6pPr>
            <a:lvl7pPr marL="3200400" lvl="6" indent="-228600">
              <a:lnSpc>
                <a:spcPct val="100000"/>
              </a:lnSpc>
              <a:spcBef>
                <a:spcPts val="0"/>
              </a:spcBef>
              <a:spcAft>
                <a:spcPts val="0"/>
              </a:spcAft>
              <a:buClr>
                <a:schemeClr val="dk1"/>
              </a:buClr>
              <a:buSzPts val="1200"/>
              <a:buNone/>
              <a:defRPr>
                <a:solidFill>
                  <a:schemeClr val="dk1"/>
                </a:solidFill>
              </a:defRPr>
            </a:lvl7pPr>
            <a:lvl8pPr marL="3657600" lvl="7" indent="-228600">
              <a:lnSpc>
                <a:spcPct val="100000"/>
              </a:lnSpc>
              <a:spcBef>
                <a:spcPts val="0"/>
              </a:spcBef>
              <a:spcAft>
                <a:spcPts val="0"/>
              </a:spcAft>
              <a:buClr>
                <a:schemeClr val="dk1"/>
              </a:buClr>
              <a:buSzPts val="1200"/>
              <a:buNone/>
              <a:defRPr>
                <a:solidFill>
                  <a:schemeClr val="dk1"/>
                </a:solidFill>
              </a:defRPr>
            </a:lvl8pPr>
            <a:lvl9pPr marL="4114800" lvl="8" indent="-228600">
              <a:lnSpc>
                <a:spcPct val="100000"/>
              </a:lnSpc>
              <a:spcBef>
                <a:spcPts val="0"/>
              </a:spcBef>
              <a:spcAft>
                <a:spcPts val="0"/>
              </a:spcAft>
              <a:buClr>
                <a:schemeClr val="dk1"/>
              </a:buClr>
              <a:buSzPts val="1200"/>
              <a:buNone/>
              <a:defRPr>
                <a:solidFill>
                  <a:schemeClr val="dk1"/>
                </a:solidFill>
              </a:defRPr>
            </a:lvl9pPr>
          </a:lstStyle>
          <a:p>
            <a:endParaRPr/>
          </a:p>
        </p:txBody>
      </p:sp>
      <p:sp>
        <p:nvSpPr>
          <p:cNvPr id="291" name="Google Shape;291;p13"/>
          <p:cNvSpPr txBox="1">
            <a:spLocks noGrp="1"/>
          </p:cNvSpPr>
          <p:nvPr>
            <p:ph type="title" idx="2"/>
          </p:nvPr>
        </p:nvSpPr>
        <p:spPr>
          <a:xfrm rot="-173518">
            <a:off x="5146753" y="4343806"/>
            <a:ext cx="1974114" cy="245408"/>
          </a:xfrm>
          <a:prstGeom prst="rect">
            <a:avLst/>
          </a:prstGeom>
          <a:solidFill>
            <a:schemeClr val="dk1"/>
          </a:solidFill>
        </p:spPr>
        <p:txBody>
          <a:bodyPr spcFirstLastPara="1" wrap="square" lIns="91425" tIns="91425" rIns="91425" bIns="91425" anchor="ctr" anchorCtr="0">
            <a:spAutoFit/>
          </a:bodyPr>
          <a:lstStyle>
            <a:lvl1pPr lvl="0" algn="ctr">
              <a:lnSpc>
                <a:spcPct val="100000"/>
              </a:lnSpc>
              <a:spcBef>
                <a:spcPts val="0"/>
              </a:spcBef>
              <a:spcAft>
                <a:spcPts val="0"/>
              </a:spcAft>
              <a:buClr>
                <a:schemeClr val="lt1"/>
              </a:buClr>
              <a:buSzPts val="1000"/>
              <a:buFont typeface="Manrope"/>
              <a:buNone/>
              <a:defRPr sz="1000" b="0">
                <a:latin typeface="Manrope"/>
                <a:ea typeface="Manrope"/>
                <a:cs typeface="Manrope"/>
                <a:sym typeface="Manrope"/>
              </a:defRPr>
            </a:lvl1pPr>
            <a:lvl2pPr lvl="1">
              <a:spcBef>
                <a:spcPts val="0"/>
              </a:spcBef>
              <a:spcAft>
                <a:spcPts val="0"/>
              </a:spcAft>
              <a:buClr>
                <a:schemeClr val="lt1"/>
              </a:buClr>
              <a:buSzPts val="1400"/>
              <a:buFont typeface="Manrope"/>
              <a:buNone/>
              <a:defRPr>
                <a:latin typeface="Manrope"/>
                <a:ea typeface="Manrope"/>
                <a:cs typeface="Manrope"/>
                <a:sym typeface="Manrope"/>
              </a:defRPr>
            </a:lvl2pPr>
            <a:lvl3pPr lvl="2">
              <a:spcBef>
                <a:spcPts val="0"/>
              </a:spcBef>
              <a:spcAft>
                <a:spcPts val="0"/>
              </a:spcAft>
              <a:buClr>
                <a:schemeClr val="lt1"/>
              </a:buClr>
              <a:buSzPts val="1400"/>
              <a:buFont typeface="Manrope"/>
              <a:buNone/>
              <a:defRPr>
                <a:latin typeface="Manrope"/>
                <a:ea typeface="Manrope"/>
                <a:cs typeface="Manrope"/>
                <a:sym typeface="Manrope"/>
              </a:defRPr>
            </a:lvl3pPr>
            <a:lvl4pPr lvl="3">
              <a:spcBef>
                <a:spcPts val="0"/>
              </a:spcBef>
              <a:spcAft>
                <a:spcPts val="0"/>
              </a:spcAft>
              <a:buClr>
                <a:schemeClr val="lt1"/>
              </a:buClr>
              <a:buSzPts val="1400"/>
              <a:buFont typeface="Manrope"/>
              <a:buNone/>
              <a:defRPr>
                <a:latin typeface="Manrope"/>
                <a:ea typeface="Manrope"/>
                <a:cs typeface="Manrope"/>
                <a:sym typeface="Manrope"/>
              </a:defRPr>
            </a:lvl4pPr>
            <a:lvl5pPr lvl="4">
              <a:spcBef>
                <a:spcPts val="0"/>
              </a:spcBef>
              <a:spcAft>
                <a:spcPts val="0"/>
              </a:spcAft>
              <a:buClr>
                <a:schemeClr val="lt1"/>
              </a:buClr>
              <a:buSzPts val="1400"/>
              <a:buFont typeface="Manrope"/>
              <a:buNone/>
              <a:defRPr>
                <a:latin typeface="Manrope"/>
                <a:ea typeface="Manrope"/>
                <a:cs typeface="Manrope"/>
                <a:sym typeface="Manrope"/>
              </a:defRPr>
            </a:lvl5pPr>
            <a:lvl6pPr lvl="5">
              <a:spcBef>
                <a:spcPts val="0"/>
              </a:spcBef>
              <a:spcAft>
                <a:spcPts val="0"/>
              </a:spcAft>
              <a:buClr>
                <a:schemeClr val="lt1"/>
              </a:buClr>
              <a:buSzPts val="1400"/>
              <a:buFont typeface="Manrope"/>
              <a:buNone/>
              <a:defRPr>
                <a:latin typeface="Manrope"/>
                <a:ea typeface="Manrope"/>
                <a:cs typeface="Manrope"/>
                <a:sym typeface="Manrope"/>
              </a:defRPr>
            </a:lvl6pPr>
            <a:lvl7pPr lvl="6">
              <a:spcBef>
                <a:spcPts val="0"/>
              </a:spcBef>
              <a:spcAft>
                <a:spcPts val="0"/>
              </a:spcAft>
              <a:buClr>
                <a:schemeClr val="lt1"/>
              </a:buClr>
              <a:buSzPts val="1400"/>
              <a:buFont typeface="Manrope"/>
              <a:buNone/>
              <a:defRPr>
                <a:latin typeface="Manrope"/>
                <a:ea typeface="Manrope"/>
                <a:cs typeface="Manrope"/>
                <a:sym typeface="Manrope"/>
              </a:defRPr>
            </a:lvl7pPr>
            <a:lvl8pPr lvl="7">
              <a:spcBef>
                <a:spcPts val="0"/>
              </a:spcBef>
              <a:spcAft>
                <a:spcPts val="0"/>
              </a:spcAft>
              <a:buClr>
                <a:schemeClr val="lt1"/>
              </a:buClr>
              <a:buSzPts val="1400"/>
              <a:buFont typeface="Manrope"/>
              <a:buNone/>
              <a:defRPr>
                <a:latin typeface="Manrope"/>
                <a:ea typeface="Manrope"/>
                <a:cs typeface="Manrope"/>
                <a:sym typeface="Manrope"/>
              </a:defRPr>
            </a:lvl8pPr>
            <a:lvl9pPr lvl="8">
              <a:spcBef>
                <a:spcPts val="0"/>
              </a:spcBef>
              <a:spcAft>
                <a:spcPts val="0"/>
              </a:spcAft>
              <a:buClr>
                <a:schemeClr val="lt1"/>
              </a:buClr>
              <a:buSzPts val="1400"/>
              <a:buFont typeface="Manrope"/>
              <a:buNone/>
              <a:defRPr>
                <a:latin typeface="Manrope"/>
                <a:ea typeface="Manrope"/>
                <a:cs typeface="Manrope"/>
                <a:sym typeface="Manrope"/>
              </a:defRPr>
            </a:lvl9pPr>
          </a:lstStyle>
          <a:p>
            <a:endParaRPr/>
          </a:p>
        </p:txBody>
      </p:sp>
      <p:sp>
        <p:nvSpPr>
          <p:cNvPr id="292" name="Google Shape;292;p13"/>
          <p:cNvSpPr/>
          <p:nvPr/>
        </p:nvSpPr>
        <p:spPr>
          <a:xfrm>
            <a:off x="8352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93" name="Google Shape;293;p13"/>
          <p:cNvSpPr/>
          <p:nvPr/>
        </p:nvSpPr>
        <p:spPr>
          <a:xfrm>
            <a:off x="32736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94" name="Google Shape;294;p13"/>
          <p:cNvSpPr/>
          <p:nvPr/>
        </p:nvSpPr>
        <p:spPr>
          <a:xfrm>
            <a:off x="57120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295" name="Google Shape;295;p13"/>
          <p:cNvSpPr/>
          <p:nvPr/>
        </p:nvSpPr>
        <p:spPr>
          <a:xfrm>
            <a:off x="81504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cxnSp>
        <p:nvCxnSpPr>
          <p:cNvPr id="296" name="Google Shape;296;p13"/>
          <p:cNvCxnSpPr/>
          <p:nvPr/>
        </p:nvCxnSpPr>
        <p:spPr>
          <a:xfrm>
            <a:off x="0" y="457191"/>
            <a:ext cx="9140400" cy="0"/>
          </a:xfrm>
          <a:prstGeom prst="straightConnector1">
            <a:avLst/>
          </a:prstGeom>
          <a:noFill/>
          <a:ln w="9525" cap="flat" cmpd="sng">
            <a:solidFill>
              <a:schemeClr val="accent4"/>
            </a:solidFill>
            <a:prstDash val="solid"/>
            <a:round/>
            <a:headEnd type="none" w="sm" len="sm"/>
            <a:tailEnd type="none" w="sm" len="sm"/>
          </a:ln>
        </p:spPr>
      </p:cxnSp>
      <p:cxnSp>
        <p:nvCxnSpPr>
          <p:cNvPr id="297" name="Google Shape;297;p13"/>
          <p:cNvCxnSpPr/>
          <p:nvPr/>
        </p:nvCxnSpPr>
        <p:spPr>
          <a:xfrm>
            <a:off x="0" y="524791"/>
            <a:ext cx="9140400" cy="0"/>
          </a:xfrm>
          <a:prstGeom prst="straightConnector1">
            <a:avLst/>
          </a:prstGeom>
          <a:noFill/>
          <a:ln w="9525" cap="flat" cmpd="sng">
            <a:solidFill>
              <a:schemeClr val="accent4"/>
            </a:solidFill>
            <a:prstDash val="solid"/>
            <a:round/>
            <a:headEnd type="none" w="sm" len="sm"/>
            <a:tailEnd type="none" w="sm" len="sm"/>
          </a:ln>
        </p:spPr>
      </p:cxnSp>
      <p:sp>
        <p:nvSpPr>
          <p:cNvPr id="298" name="Google Shape;298;p13"/>
          <p:cNvSpPr txBox="1">
            <a:spLocks noGrp="1"/>
          </p:cNvSpPr>
          <p:nvPr>
            <p:ph type="title" idx="3"/>
          </p:nvPr>
        </p:nvSpPr>
        <p:spPr>
          <a:xfrm rot="-130161">
            <a:off x="5805931" y="3651002"/>
            <a:ext cx="2662908" cy="733131"/>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dk1"/>
              </a:buClr>
              <a:buSzPts val="1000"/>
              <a:buNone/>
              <a:defRPr sz="1000">
                <a:solidFill>
                  <a:schemeClr val="dk1"/>
                </a:solidFill>
                <a:latin typeface="Manrope"/>
                <a:ea typeface="Manrope"/>
                <a:cs typeface="Manrope"/>
                <a:sym typeface="Manrope"/>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25">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1">
  <p:cSld name="BLANK_1_1_1_1_1_1_1_1_2">
    <p:spTree>
      <p:nvGrpSpPr>
        <p:cNvPr id="1" name="Shape 299"/>
        <p:cNvGrpSpPr/>
        <p:nvPr/>
      </p:nvGrpSpPr>
      <p:grpSpPr>
        <a:xfrm>
          <a:off x="0" y="0"/>
          <a:ext cx="0" cy="0"/>
          <a:chOff x="0" y="0"/>
          <a:chExt cx="0" cy="0"/>
        </a:xfrm>
      </p:grpSpPr>
      <p:grpSp>
        <p:nvGrpSpPr>
          <p:cNvPr id="300" name="Google Shape;300;p14"/>
          <p:cNvGrpSpPr/>
          <p:nvPr/>
        </p:nvGrpSpPr>
        <p:grpSpPr>
          <a:xfrm>
            <a:off x="0" y="-6300"/>
            <a:ext cx="9143705" cy="5150040"/>
            <a:chOff x="11751" y="-6300"/>
            <a:chExt cx="9190577" cy="5150040"/>
          </a:xfrm>
        </p:grpSpPr>
        <p:grpSp>
          <p:nvGrpSpPr>
            <p:cNvPr id="301" name="Google Shape;301;p14"/>
            <p:cNvGrpSpPr/>
            <p:nvPr/>
          </p:nvGrpSpPr>
          <p:grpSpPr>
            <a:xfrm>
              <a:off x="11751" y="-6300"/>
              <a:ext cx="4777902" cy="2703033"/>
              <a:chOff x="11750" y="-6290"/>
              <a:chExt cx="9125100" cy="5162400"/>
            </a:xfrm>
          </p:grpSpPr>
          <p:cxnSp>
            <p:nvCxnSpPr>
              <p:cNvPr id="302" name="Google Shape;302;p14"/>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3" name="Google Shape;303;p14"/>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4" name="Google Shape;304;p14"/>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5" name="Google Shape;305;p14"/>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6" name="Google Shape;306;p14"/>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7" name="Google Shape;307;p14"/>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8" name="Google Shape;308;p14"/>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09" name="Google Shape;309;p14"/>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10" name="Google Shape;310;p14"/>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11" name="Google Shape;311;p14"/>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12" name="Google Shape;312;p14"/>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13" name="Google Shape;313;p14"/>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14" name="Google Shape;314;p14"/>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5" name="Google Shape;315;p14"/>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6" name="Google Shape;316;p14"/>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7" name="Google Shape;317;p14"/>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8" name="Google Shape;318;p14"/>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19" name="Google Shape;319;p14"/>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20" name="Google Shape;320;p14"/>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21" name="Google Shape;321;p14"/>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22" name="Google Shape;322;p14"/>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23" name="Google Shape;323;p14"/>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324" name="Google Shape;324;p14"/>
            <p:cNvGrpSpPr/>
            <p:nvPr/>
          </p:nvGrpSpPr>
          <p:grpSpPr>
            <a:xfrm>
              <a:off x="11751" y="2440707"/>
              <a:ext cx="4777902" cy="2703033"/>
              <a:chOff x="11750" y="-6290"/>
              <a:chExt cx="9125100" cy="5162400"/>
            </a:xfrm>
          </p:grpSpPr>
          <p:cxnSp>
            <p:nvCxnSpPr>
              <p:cNvPr id="325" name="Google Shape;325;p14"/>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26" name="Google Shape;326;p14"/>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27" name="Google Shape;327;p14"/>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28" name="Google Shape;328;p14"/>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29" name="Google Shape;329;p14"/>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0" name="Google Shape;330;p14"/>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1" name="Google Shape;331;p14"/>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2" name="Google Shape;332;p14"/>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3" name="Google Shape;333;p14"/>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4" name="Google Shape;334;p14"/>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5" name="Google Shape;335;p14"/>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6" name="Google Shape;336;p14"/>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37" name="Google Shape;337;p14"/>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38" name="Google Shape;338;p14"/>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39" name="Google Shape;339;p14"/>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0" name="Google Shape;340;p14"/>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1" name="Google Shape;341;p14"/>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2" name="Google Shape;342;p14"/>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3" name="Google Shape;343;p14"/>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4" name="Google Shape;344;p14"/>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5" name="Google Shape;345;p14"/>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46" name="Google Shape;346;p14"/>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347" name="Google Shape;347;p14"/>
            <p:cNvGrpSpPr/>
            <p:nvPr/>
          </p:nvGrpSpPr>
          <p:grpSpPr>
            <a:xfrm>
              <a:off x="4424426" y="-6300"/>
              <a:ext cx="4777902" cy="2703033"/>
              <a:chOff x="11750" y="-6290"/>
              <a:chExt cx="9125100" cy="5162400"/>
            </a:xfrm>
          </p:grpSpPr>
          <p:cxnSp>
            <p:nvCxnSpPr>
              <p:cNvPr id="348" name="Google Shape;348;p14"/>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49" name="Google Shape;349;p14"/>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0" name="Google Shape;350;p14"/>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1" name="Google Shape;351;p14"/>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2" name="Google Shape;352;p14"/>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3" name="Google Shape;353;p14"/>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4" name="Google Shape;354;p14"/>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5" name="Google Shape;355;p14"/>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6" name="Google Shape;356;p14"/>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7" name="Google Shape;357;p14"/>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8" name="Google Shape;358;p14"/>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59" name="Google Shape;359;p14"/>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60" name="Google Shape;360;p14"/>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1" name="Google Shape;361;p14"/>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2" name="Google Shape;362;p14"/>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3" name="Google Shape;363;p14"/>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4" name="Google Shape;364;p14"/>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5" name="Google Shape;365;p14"/>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6" name="Google Shape;366;p14"/>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7" name="Google Shape;367;p14"/>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8" name="Google Shape;368;p14"/>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69" name="Google Shape;369;p14"/>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370" name="Google Shape;370;p14"/>
            <p:cNvGrpSpPr/>
            <p:nvPr/>
          </p:nvGrpSpPr>
          <p:grpSpPr>
            <a:xfrm>
              <a:off x="4424426" y="2440707"/>
              <a:ext cx="4777902" cy="2703033"/>
              <a:chOff x="11750" y="-6290"/>
              <a:chExt cx="9125100" cy="5162400"/>
            </a:xfrm>
          </p:grpSpPr>
          <p:cxnSp>
            <p:nvCxnSpPr>
              <p:cNvPr id="371" name="Google Shape;371;p14"/>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2" name="Google Shape;372;p14"/>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3" name="Google Shape;373;p14"/>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4" name="Google Shape;374;p14"/>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5" name="Google Shape;375;p14"/>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6" name="Google Shape;376;p14"/>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7" name="Google Shape;377;p14"/>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8" name="Google Shape;378;p14"/>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79" name="Google Shape;379;p14"/>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80" name="Google Shape;380;p14"/>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81" name="Google Shape;381;p14"/>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82" name="Google Shape;382;p14"/>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383" name="Google Shape;383;p14"/>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4" name="Google Shape;384;p14"/>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5" name="Google Shape;385;p14"/>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6" name="Google Shape;386;p14"/>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7" name="Google Shape;387;p14"/>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8" name="Google Shape;388;p14"/>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89" name="Google Shape;389;p14"/>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90" name="Google Shape;390;p14"/>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91" name="Google Shape;391;p14"/>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392" name="Google Shape;392;p14"/>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sp>
        <p:nvSpPr>
          <p:cNvPr id="393" name="Google Shape;393;p14"/>
          <p:cNvSpPr txBox="1">
            <a:spLocks noGrp="1"/>
          </p:cNvSpPr>
          <p:nvPr>
            <p:ph type="title"/>
          </p:nvPr>
        </p:nvSpPr>
        <p:spPr>
          <a:xfrm>
            <a:off x="508875" y="874875"/>
            <a:ext cx="3003300" cy="557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1"/>
              </a:buClr>
              <a:buSzPts val="3000"/>
              <a:buNone/>
              <a:defRPr b="0"/>
            </a:lvl1pPr>
            <a:lvl2pPr lvl="1">
              <a:lnSpc>
                <a:spcPct val="100000"/>
              </a:lnSpc>
              <a:spcBef>
                <a:spcPts val="0"/>
              </a:spcBef>
              <a:spcAft>
                <a:spcPts val="0"/>
              </a:spcAft>
              <a:buClr>
                <a:schemeClr val="lt1"/>
              </a:buClr>
              <a:buSzPts val="1400"/>
              <a:buNone/>
              <a:defRPr/>
            </a:lvl2pPr>
            <a:lvl3pPr lvl="2">
              <a:lnSpc>
                <a:spcPct val="100000"/>
              </a:lnSpc>
              <a:spcBef>
                <a:spcPts val="0"/>
              </a:spcBef>
              <a:spcAft>
                <a:spcPts val="0"/>
              </a:spcAft>
              <a:buClr>
                <a:schemeClr val="lt1"/>
              </a:buClr>
              <a:buSzPts val="1400"/>
              <a:buNone/>
              <a:defRPr/>
            </a:lvl3pPr>
            <a:lvl4pPr lvl="3">
              <a:lnSpc>
                <a:spcPct val="100000"/>
              </a:lnSpc>
              <a:spcBef>
                <a:spcPts val="0"/>
              </a:spcBef>
              <a:spcAft>
                <a:spcPts val="0"/>
              </a:spcAft>
              <a:buClr>
                <a:schemeClr val="lt1"/>
              </a:buClr>
              <a:buSzPts val="1400"/>
              <a:buNone/>
              <a:defRPr/>
            </a:lvl4pPr>
            <a:lvl5pPr lvl="4">
              <a:lnSpc>
                <a:spcPct val="100000"/>
              </a:lnSpc>
              <a:spcBef>
                <a:spcPts val="0"/>
              </a:spcBef>
              <a:spcAft>
                <a:spcPts val="0"/>
              </a:spcAft>
              <a:buClr>
                <a:schemeClr val="lt1"/>
              </a:buClr>
              <a:buSzPts val="1400"/>
              <a:buNone/>
              <a:defRPr/>
            </a:lvl5pPr>
            <a:lvl6pPr lvl="5">
              <a:lnSpc>
                <a:spcPct val="100000"/>
              </a:lnSpc>
              <a:spcBef>
                <a:spcPts val="0"/>
              </a:spcBef>
              <a:spcAft>
                <a:spcPts val="0"/>
              </a:spcAft>
              <a:buClr>
                <a:schemeClr val="lt1"/>
              </a:buClr>
              <a:buSzPts val="1400"/>
              <a:buNone/>
              <a:defRPr/>
            </a:lvl6pPr>
            <a:lvl7pPr lvl="6">
              <a:lnSpc>
                <a:spcPct val="100000"/>
              </a:lnSpc>
              <a:spcBef>
                <a:spcPts val="0"/>
              </a:spcBef>
              <a:spcAft>
                <a:spcPts val="0"/>
              </a:spcAft>
              <a:buClr>
                <a:schemeClr val="lt1"/>
              </a:buClr>
              <a:buSzPts val="1400"/>
              <a:buNone/>
              <a:defRPr/>
            </a:lvl7pPr>
            <a:lvl8pPr lvl="7">
              <a:lnSpc>
                <a:spcPct val="100000"/>
              </a:lnSpc>
              <a:spcBef>
                <a:spcPts val="0"/>
              </a:spcBef>
              <a:spcAft>
                <a:spcPts val="0"/>
              </a:spcAft>
              <a:buClr>
                <a:schemeClr val="lt1"/>
              </a:buClr>
              <a:buSzPts val="1400"/>
              <a:buNone/>
              <a:defRPr/>
            </a:lvl8pPr>
            <a:lvl9pPr lvl="8">
              <a:lnSpc>
                <a:spcPct val="100000"/>
              </a:lnSpc>
              <a:spcBef>
                <a:spcPts val="0"/>
              </a:spcBef>
              <a:spcAft>
                <a:spcPts val="0"/>
              </a:spcAft>
              <a:buClr>
                <a:schemeClr val="lt1"/>
              </a:buClr>
              <a:buSzPts val="1400"/>
              <a:buNone/>
              <a:defRPr/>
            </a:lvl9pPr>
          </a:lstStyle>
          <a:p>
            <a:endParaRPr/>
          </a:p>
        </p:txBody>
      </p:sp>
      <p:sp>
        <p:nvSpPr>
          <p:cNvPr id="394" name="Google Shape;394;p14"/>
          <p:cNvSpPr txBox="1">
            <a:spLocks noGrp="1"/>
          </p:cNvSpPr>
          <p:nvPr>
            <p:ph type="body" idx="1"/>
          </p:nvPr>
        </p:nvSpPr>
        <p:spPr>
          <a:xfrm>
            <a:off x="508875" y="1539275"/>
            <a:ext cx="3488400" cy="1182300"/>
          </a:xfrm>
          <a:prstGeom prst="rect">
            <a:avLst/>
          </a:prstGeom>
        </p:spPr>
        <p:txBody>
          <a:bodyPr spcFirstLastPara="1" wrap="square" lIns="91425" tIns="91425" rIns="91425" bIns="91425" anchor="t" anchorCtr="0">
            <a:noAutofit/>
          </a:bodyPr>
          <a:lstStyle>
            <a:lvl1pPr marL="457200" lvl="0" indent="-228600">
              <a:lnSpc>
                <a:spcPct val="100000"/>
              </a:lnSpc>
              <a:spcBef>
                <a:spcPts val="0"/>
              </a:spcBef>
              <a:spcAft>
                <a:spcPts val="0"/>
              </a:spcAft>
              <a:buSzPts val="1200"/>
              <a:buNone/>
              <a:defRPr/>
            </a:lvl1pPr>
            <a:lvl2pPr marL="914400" lvl="1" indent="-228600">
              <a:lnSpc>
                <a:spcPct val="100000"/>
              </a:lnSpc>
              <a:spcBef>
                <a:spcPts val="0"/>
              </a:spcBef>
              <a:spcAft>
                <a:spcPts val="0"/>
              </a:spcAft>
              <a:buSzPts val="1200"/>
              <a:buNone/>
              <a:defRPr/>
            </a:lvl2pPr>
            <a:lvl3pPr marL="1371600" lvl="2" indent="-228600">
              <a:lnSpc>
                <a:spcPct val="100000"/>
              </a:lnSpc>
              <a:spcBef>
                <a:spcPts val="0"/>
              </a:spcBef>
              <a:spcAft>
                <a:spcPts val="0"/>
              </a:spcAft>
              <a:buSzPts val="1200"/>
              <a:buNone/>
              <a:defRPr/>
            </a:lvl3pPr>
            <a:lvl4pPr marL="1828800" lvl="3" indent="-228600">
              <a:lnSpc>
                <a:spcPct val="100000"/>
              </a:lnSpc>
              <a:spcBef>
                <a:spcPts val="0"/>
              </a:spcBef>
              <a:spcAft>
                <a:spcPts val="0"/>
              </a:spcAft>
              <a:buSzPts val="1200"/>
              <a:buNone/>
              <a:defRPr/>
            </a:lvl4pPr>
            <a:lvl5pPr marL="2286000" lvl="4" indent="-228600">
              <a:lnSpc>
                <a:spcPct val="100000"/>
              </a:lnSpc>
              <a:spcBef>
                <a:spcPts val="0"/>
              </a:spcBef>
              <a:spcAft>
                <a:spcPts val="0"/>
              </a:spcAft>
              <a:buSzPts val="1200"/>
              <a:buNone/>
              <a:defRPr/>
            </a:lvl5pPr>
            <a:lvl6pPr marL="2743200" lvl="5" indent="-228600">
              <a:lnSpc>
                <a:spcPct val="100000"/>
              </a:lnSpc>
              <a:spcBef>
                <a:spcPts val="0"/>
              </a:spcBef>
              <a:spcAft>
                <a:spcPts val="0"/>
              </a:spcAft>
              <a:buSzPts val="1200"/>
              <a:buNone/>
              <a:defRPr/>
            </a:lvl6pPr>
            <a:lvl7pPr marL="3200400" lvl="6" indent="-228600">
              <a:lnSpc>
                <a:spcPct val="100000"/>
              </a:lnSpc>
              <a:spcBef>
                <a:spcPts val="0"/>
              </a:spcBef>
              <a:spcAft>
                <a:spcPts val="0"/>
              </a:spcAft>
              <a:buSzPts val="1200"/>
              <a:buNone/>
              <a:defRPr/>
            </a:lvl7pPr>
            <a:lvl8pPr marL="3657600" lvl="7" indent="-228600">
              <a:lnSpc>
                <a:spcPct val="100000"/>
              </a:lnSpc>
              <a:spcBef>
                <a:spcPts val="0"/>
              </a:spcBef>
              <a:spcAft>
                <a:spcPts val="0"/>
              </a:spcAft>
              <a:buSzPts val="1200"/>
              <a:buNone/>
              <a:defRPr/>
            </a:lvl8pPr>
            <a:lvl9pPr marL="4114800" lvl="8" indent="-228600">
              <a:lnSpc>
                <a:spcPct val="100000"/>
              </a:lnSpc>
              <a:spcBef>
                <a:spcPts val="0"/>
              </a:spcBef>
              <a:spcAft>
                <a:spcPts val="0"/>
              </a:spcAft>
              <a:buSzPts val="1200"/>
              <a:buNone/>
              <a:defRPr/>
            </a:lvl9pPr>
          </a:lstStyle>
          <a:p>
            <a:endParaRPr/>
          </a:p>
        </p:txBody>
      </p:sp>
      <p:sp>
        <p:nvSpPr>
          <p:cNvPr id="395" name="Google Shape;395;p14"/>
          <p:cNvSpPr txBox="1">
            <a:spLocks noGrp="1"/>
          </p:cNvSpPr>
          <p:nvPr>
            <p:ph type="title" idx="2"/>
          </p:nvPr>
        </p:nvSpPr>
        <p:spPr>
          <a:xfrm rot="-173518">
            <a:off x="5146753" y="4388081"/>
            <a:ext cx="1974114" cy="245408"/>
          </a:xfrm>
          <a:prstGeom prst="rect">
            <a:avLst/>
          </a:prstGeom>
          <a:solidFill>
            <a:schemeClr val="accent6"/>
          </a:solidFill>
        </p:spPr>
        <p:txBody>
          <a:bodyPr spcFirstLastPara="1" wrap="square" lIns="91425" tIns="91425" rIns="91425" bIns="91425" anchor="ctr" anchorCtr="0">
            <a:spAutoFit/>
          </a:bodyPr>
          <a:lstStyle>
            <a:lvl1pPr lvl="0" algn="ctr">
              <a:lnSpc>
                <a:spcPct val="100000"/>
              </a:lnSpc>
              <a:spcBef>
                <a:spcPts val="0"/>
              </a:spcBef>
              <a:spcAft>
                <a:spcPts val="0"/>
              </a:spcAft>
              <a:buClr>
                <a:schemeClr val="lt1"/>
              </a:buClr>
              <a:buSzPts val="1000"/>
              <a:buNone/>
              <a:defRPr sz="1000">
                <a:latin typeface="Manrope"/>
                <a:ea typeface="Manrope"/>
                <a:cs typeface="Manrope"/>
                <a:sym typeface="Manrope"/>
              </a:defRPr>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396" name="Google Shape;396;p14"/>
          <p:cNvSpPr txBox="1">
            <a:spLocks noGrp="1"/>
          </p:cNvSpPr>
          <p:nvPr>
            <p:ph type="title" idx="3"/>
          </p:nvPr>
        </p:nvSpPr>
        <p:spPr>
          <a:xfrm rot="-130161">
            <a:off x="5801505" y="3629872"/>
            <a:ext cx="2662908" cy="632256"/>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000"/>
              <a:buNone/>
              <a:defRPr sz="1000">
                <a:latin typeface="Manrope"/>
                <a:ea typeface="Manrope"/>
                <a:cs typeface="Manrope"/>
                <a:sym typeface="Manrope"/>
              </a:defRPr>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Tree>
  </p:cSld>
  <p:clrMapOvr>
    <a:masterClrMapping/>
  </p:clrMapOvr>
  <p:extLst>
    <p:ext uri="{DCECCB84-F9BA-43D5-87BE-67443E8EF086}">
      <p15:sldGuideLst xmlns:p15="http://schemas.microsoft.com/office/powerpoint/2012/main">
        <p15:guide id="1" pos="325">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section title and description">
  <p:cSld name="BLANK_1_1_1_1_1_1_1">
    <p:spTree>
      <p:nvGrpSpPr>
        <p:cNvPr id="1" name="Shape 397"/>
        <p:cNvGrpSpPr/>
        <p:nvPr/>
      </p:nvGrpSpPr>
      <p:grpSpPr>
        <a:xfrm>
          <a:off x="0" y="0"/>
          <a:ext cx="0" cy="0"/>
          <a:chOff x="0" y="0"/>
          <a:chExt cx="0" cy="0"/>
        </a:xfrm>
      </p:grpSpPr>
      <p:grpSp>
        <p:nvGrpSpPr>
          <p:cNvPr id="398" name="Google Shape;398;p15"/>
          <p:cNvGrpSpPr/>
          <p:nvPr/>
        </p:nvGrpSpPr>
        <p:grpSpPr>
          <a:xfrm>
            <a:off x="0" y="939481"/>
            <a:ext cx="9144000" cy="3964219"/>
            <a:chOff x="0" y="939481"/>
            <a:chExt cx="9144000" cy="3964219"/>
          </a:xfrm>
        </p:grpSpPr>
        <p:cxnSp>
          <p:nvCxnSpPr>
            <p:cNvPr id="399" name="Google Shape;399;p15"/>
            <p:cNvCxnSpPr/>
            <p:nvPr/>
          </p:nvCxnSpPr>
          <p:spPr>
            <a:xfrm>
              <a:off x="0" y="939481"/>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0" name="Google Shape;400;p15"/>
            <p:cNvCxnSpPr/>
            <p:nvPr/>
          </p:nvCxnSpPr>
          <p:spPr>
            <a:xfrm>
              <a:off x="0" y="28463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1" name="Google Shape;401;p15"/>
            <p:cNvCxnSpPr/>
            <p:nvPr/>
          </p:nvCxnSpPr>
          <p:spPr>
            <a:xfrm>
              <a:off x="0" y="30749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2" name="Google Shape;402;p15"/>
            <p:cNvCxnSpPr/>
            <p:nvPr/>
          </p:nvCxnSpPr>
          <p:spPr>
            <a:xfrm>
              <a:off x="0" y="33035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3" name="Google Shape;403;p15"/>
            <p:cNvCxnSpPr/>
            <p:nvPr/>
          </p:nvCxnSpPr>
          <p:spPr>
            <a:xfrm>
              <a:off x="0" y="35321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4" name="Google Shape;404;p15"/>
            <p:cNvCxnSpPr/>
            <p:nvPr/>
          </p:nvCxnSpPr>
          <p:spPr>
            <a:xfrm>
              <a:off x="0" y="37607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5" name="Google Shape;405;p15"/>
            <p:cNvCxnSpPr/>
            <p:nvPr/>
          </p:nvCxnSpPr>
          <p:spPr>
            <a:xfrm>
              <a:off x="0" y="39893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6" name="Google Shape;406;p15"/>
            <p:cNvCxnSpPr/>
            <p:nvPr/>
          </p:nvCxnSpPr>
          <p:spPr>
            <a:xfrm>
              <a:off x="0" y="42179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7" name="Google Shape;407;p15"/>
            <p:cNvCxnSpPr/>
            <p:nvPr/>
          </p:nvCxnSpPr>
          <p:spPr>
            <a:xfrm>
              <a:off x="0" y="44465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8" name="Google Shape;408;p15"/>
            <p:cNvCxnSpPr/>
            <p:nvPr/>
          </p:nvCxnSpPr>
          <p:spPr>
            <a:xfrm>
              <a:off x="0" y="46751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409" name="Google Shape;409;p15"/>
            <p:cNvCxnSpPr/>
            <p:nvPr/>
          </p:nvCxnSpPr>
          <p:spPr>
            <a:xfrm>
              <a:off x="0" y="4903700"/>
              <a:ext cx="9144000" cy="0"/>
            </a:xfrm>
            <a:prstGeom prst="straightConnector1">
              <a:avLst/>
            </a:prstGeom>
            <a:noFill/>
            <a:ln w="9525" cap="flat" cmpd="sng">
              <a:solidFill>
                <a:schemeClr val="accent5"/>
              </a:solidFill>
              <a:prstDash val="solid"/>
              <a:round/>
              <a:headEnd type="none" w="sm" len="sm"/>
              <a:tailEnd type="none" w="sm" len="sm"/>
            </a:ln>
          </p:spPr>
        </p:cxnSp>
      </p:grpSp>
      <p:sp>
        <p:nvSpPr>
          <p:cNvPr id="410" name="Google Shape;410;p15"/>
          <p:cNvSpPr/>
          <p:nvPr/>
        </p:nvSpPr>
        <p:spPr>
          <a:xfrm rot="341415">
            <a:off x="4870163" y="329972"/>
            <a:ext cx="3279862" cy="4606714"/>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nvGrpSpPr>
          <p:cNvPr id="411" name="Google Shape;411;p15"/>
          <p:cNvGrpSpPr/>
          <p:nvPr/>
        </p:nvGrpSpPr>
        <p:grpSpPr>
          <a:xfrm rot="341264">
            <a:off x="4864199" y="350512"/>
            <a:ext cx="184449" cy="4334311"/>
            <a:chOff x="5380497" y="383100"/>
            <a:chExt cx="189628" cy="4456010"/>
          </a:xfrm>
        </p:grpSpPr>
        <p:grpSp>
          <p:nvGrpSpPr>
            <p:cNvPr id="412" name="Google Shape;412;p15"/>
            <p:cNvGrpSpPr/>
            <p:nvPr/>
          </p:nvGrpSpPr>
          <p:grpSpPr>
            <a:xfrm>
              <a:off x="5380497" y="383100"/>
              <a:ext cx="189628" cy="981668"/>
              <a:chOff x="5380497" y="383100"/>
              <a:chExt cx="189628" cy="981668"/>
            </a:xfrm>
          </p:grpSpPr>
          <p:grpSp>
            <p:nvGrpSpPr>
              <p:cNvPr id="413" name="Google Shape;413;p15"/>
              <p:cNvGrpSpPr/>
              <p:nvPr/>
            </p:nvGrpSpPr>
            <p:grpSpPr>
              <a:xfrm>
                <a:off x="5380497" y="383100"/>
                <a:ext cx="187974" cy="130800"/>
                <a:chOff x="4804925" y="764100"/>
                <a:chExt cx="187974" cy="130800"/>
              </a:xfrm>
            </p:grpSpPr>
            <p:sp>
              <p:nvSpPr>
                <p:cNvPr id="414" name="Google Shape;414;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15" name="Google Shape;415;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16" name="Google Shape;416;p15"/>
              <p:cNvGrpSpPr/>
              <p:nvPr/>
            </p:nvGrpSpPr>
            <p:grpSpPr>
              <a:xfrm>
                <a:off x="5382151" y="822110"/>
                <a:ext cx="187974" cy="130800"/>
                <a:chOff x="4804925" y="764100"/>
                <a:chExt cx="187974" cy="130800"/>
              </a:xfrm>
            </p:grpSpPr>
            <p:sp>
              <p:nvSpPr>
                <p:cNvPr id="417" name="Google Shape;417;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18" name="Google Shape;418;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19" name="Google Shape;419;p15"/>
              <p:cNvGrpSpPr/>
              <p:nvPr/>
            </p:nvGrpSpPr>
            <p:grpSpPr>
              <a:xfrm>
                <a:off x="5382151" y="1233968"/>
                <a:ext cx="187974" cy="130800"/>
                <a:chOff x="4804925" y="764100"/>
                <a:chExt cx="187974" cy="130800"/>
              </a:xfrm>
            </p:grpSpPr>
            <p:sp>
              <p:nvSpPr>
                <p:cNvPr id="420" name="Google Shape;420;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21" name="Google Shape;421;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22" name="Google Shape;422;p15"/>
            <p:cNvGrpSpPr/>
            <p:nvPr/>
          </p:nvGrpSpPr>
          <p:grpSpPr>
            <a:xfrm>
              <a:off x="5380497" y="1678500"/>
              <a:ext cx="189628" cy="981668"/>
              <a:chOff x="5380497" y="383100"/>
              <a:chExt cx="189628" cy="981668"/>
            </a:xfrm>
          </p:grpSpPr>
          <p:grpSp>
            <p:nvGrpSpPr>
              <p:cNvPr id="423" name="Google Shape;423;p15"/>
              <p:cNvGrpSpPr/>
              <p:nvPr/>
            </p:nvGrpSpPr>
            <p:grpSpPr>
              <a:xfrm>
                <a:off x="5380497" y="383100"/>
                <a:ext cx="187974" cy="130800"/>
                <a:chOff x="4804925" y="764100"/>
                <a:chExt cx="187974" cy="130800"/>
              </a:xfrm>
            </p:grpSpPr>
            <p:sp>
              <p:nvSpPr>
                <p:cNvPr id="424" name="Google Shape;424;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25" name="Google Shape;425;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26" name="Google Shape;426;p15"/>
              <p:cNvGrpSpPr/>
              <p:nvPr/>
            </p:nvGrpSpPr>
            <p:grpSpPr>
              <a:xfrm>
                <a:off x="5382151" y="822110"/>
                <a:ext cx="187974" cy="130800"/>
                <a:chOff x="4804925" y="764100"/>
                <a:chExt cx="187974" cy="130800"/>
              </a:xfrm>
            </p:grpSpPr>
            <p:sp>
              <p:nvSpPr>
                <p:cNvPr id="427" name="Google Shape;427;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28" name="Google Shape;428;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29" name="Google Shape;429;p15"/>
              <p:cNvGrpSpPr/>
              <p:nvPr/>
            </p:nvGrpSpPr>
            <p:grpSpPr>
              <a:xfrm>
                <a:off x="5382151" y="1233968"/>
                <a:ext cx="187974" cy="130800"/>
                <a:chOff x="4804925" y="764100"/>
                <a:chExt cx="187974" cy="130800"/>
              </a:xfrm>
            </p:grpSpPr>
            <p:sp>
              <p:nvSpPr>
                <p:cNvPr id="430" name="Google Shape;430;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31" name="Google Shape;431;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32" name="Google Shape;432;p15"/>
            <p:cNvGrpSpPr/>
            <p:nvPr/>
          </p:nvGrpSpPr>
          <p:grpSpPr>
            <a:xfrm>
              <a:off x="5380497" y="2973900"/>
              <a:ext cx="189628" cy="981668"/>
              <a:chOff x="5380497" y="383100"/>
              <a:chExt cx="189628" cy="981668"/>
            </a:xfrm>
          </p:grpSpPr>
          <p:grpSp>
            <p:nvGrpSpPr>
              <p:cNvPr id="433" name="Google Shape;433;p15"/>
              <p:cNvGrpSpPr/>
              <p:nvPr/>
            </p:nvGrpSpPr>
            <p:grpSpPr>
              <a:xfrm>
                <a:off x="5380497" y="383100"/>
                <a:ext cx="187974" cy="130800"/>
                <a:chOff x="4804925" y="764100"/>
                <a:chExt cx="187974" cy="130800"/>
              </a:xfrm>
            </p:grpSpPr>
            <p:sp>
              <p:nvSpPr>
                <p:cNvPr id="434" name="Google Shape;434;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35" name="Google Shape;435;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36" name="Google Shape;436;p15"/>
              <p:cNvGrpSpPr/>
              <p:nvPr/>
            </p:nvGrpSpPr>
            <p:grpSpPr>
              <a:xfrm>
                <a:off x="5382151" y="822110"/>
                <a:ext cx="187974" cy="130800"/>
                <a:chOff x="4804925" y="764100"/>
                <a:chExt cx="187974" cy="130800"/>
              </a:xfrm>
            </p:grpSpPr>
            <p:sp>
              <p:nvSpPr>
                <p:cNvPr id="437" name="Google Shape;437;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38" name="Google Shape;438;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39" name="Google Shape;439;p15"/>
              <p:cNvGrpSpPr/>
              <p:nvPr/>
            </p:nvGrpSpPr>
            <p:grpSpPr>
              <a:xfrm>
                <a:off x="5382151" y="1233968"/>
                <a:ext cx="187974" cy="130800"/>
                <a:chOff x="4804925" y="764100"/>
                <a:chExt cx="187974" cy="130800"/>
              </a:xfrm>
            </p:grpSpPr>
            <p:sp>
              <p:nvSpPr>
                <p:cNvPr id="440" name="Google Shape;440;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41" name="Google Shape;441;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42" name="Google Shape;442;p15"/>
            <p:cNvGrpSpPr/>
            <p:nvPr/>
          </p:nvGrpSpPr>
          <p:grpSpPr>
            <a:xfrm>
              <a:off x="5380497" y="4269300"/>
              <a:ext cx="189628" cy="569810"/>
              <a:chOff x="5380497" y="383100"/>
              <a:chExt cx="189628" cy="569810"/>
            </a:xfrm>
          </p:grpSpPr>
          <p:grpSp>
            <p:nvGrpSpPr>
              <p:cNvPr id="443" name="Google Shape;443;p15"/>
              <p:cNvGrpSpPr/>
              <p:nvPr/>
            </p:nvGrpSpPr>
            <p:grpSpPr>
              <a:xfrm>
                <a:off x="5380497" y="383100"/>
                <a:ext cx="187974" cy="130800"/>
                <a:chOff x="4804925" y="764100"/>
                <a:chExt cx="187974" cy="130800"/>
              </a:xfrm>
            </p:grpSpPr>
            <p:sp>
              <p:nvSpPr>
                <p:cNvPr id="444" name="Google Shape;444;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45" name="Google Shape;445;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46" name="Google Shape;446;p15"/>
              <p:cNvGrpSpPr/>
              <p:nvPr/>
            </p:nvGrpSpPr>
            <p:grpSpPr>
              <a:xfrm>
                <a:off x="5382151" y="822110"/>
                <a:ext cx="187974" cy="130800"/>
                <a:chOff x="4804925" y="764100"/>
                <a:chExt cx="187974" cy="130800"/>
              </a:xfrm>
            </p:grpSpPr>
            <p:sp>
              <p:nvSpPr>
                <p:cNvPr id="447" name="Google Shape;447;p15"/>
                <p:cNvSpPr/>
                <p:nvPr/>
              </p:nvSpPr>
              <p:spPr>
                <a:xfrm>
                  <a:off x="4856699" y="764100"/>
                  <a:ext cx="136200" cy="130800"/>
                </a:xfrm>
                <a:prstGeom prst="ellips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48" name="Google Shape;448;p15"/>
                <p:cNvSpPr/>
                <p:nvPr/>
              </p:nvSpPr>
              <p:spPr>
                <a:xfrm>
                  <a:off x="4804925" y="811200"/>
                  <a:ext cx="61800" cy="36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sp>
        <p:nvSpPr>
          <p:cNvPr id="449" name="Google Shape;449;p15"/>
          <p:cNvSpPr/>
          <p:nvPr/>
        </p:nvSpPr>
        <p:spPr>
          <a:xfrm>
            <a:off x="5136896" y="329628"/>
            <a:ext cx="3280500" cy="4607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nvGrpSpPr>
          <p:cNvPr id="450" name="Google Shape;450;p15"/>
          <p:cNvGrpSpPr/>
          <p:nvPr/>
        </p:nvGrpSpPr>
        <p:grpSpPr>
          <a:xfrm>
            <a:off x="5137471" y="504148"/>
            <a:ext cx="184470" cy="4334807"/>
            <a:chOff x="5380497" y="383100"/>
            <a:chExt cx="189628" cy="4456010"/>
          </a:xfrm>
        </p:grpSpPr>
        <p:grpSp>
          <p:nvGrpSpPr>
            <p:cNvPr id="451" name="Google Shape;451;p15"/>
            <p:cNvGrpSpPr/>
            <p:nvPr/>
          </p:nvGrpSpPr>
          <p:grpSpPr>
            <a:xfrm>
              <a:off x="5380497" y="383100"/>
              <a:ext cx="189628" cy="981668"/>
              <a:chOff x="5380497" y="383100"/>
              <a:chExt cx="189628" cy="981668"/>
            </a:xfrm>
          </p:grpSpPr>
          <p:grpSp>
            <p:nvGrpSpPr>
              <p:cNvPr id="452" name="Google Shape;452;p15"/>
              <p:cNvGrpSpPr/>
              <p:nvPr/>
            </p:nvGrpSpPr>
            <p:grpSpPr>
              <a:xfrm>
                <a:off x="5380497" y="383100"/>
                <a:ext cx="187974" cy="130800"/>
                <a:chOff x="4804925" y="764100"/>
                <a:chExt cx="187974" cy="130800"/>
              </a:xfrm>
            </p:grpSpPr>
            <p:sp>
              <p:nvSpPr>
                <p:cNvPr id="453" name="Google Shape;453;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54" name="Google Shape;454;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55" name="Google Shape;455;p15"/>
              <p:cNvGrpSpPr/>
              <p:nvPr/>
            </p:nvGrpSpPr>
            <p:grpSpPr>
              <a:xfrm>
                <a:off x="5382151" y="822110"/>
                <a:ext cx="187974" cy="130800"/>
                <a:chOff x="4804925" y="764100"/>
                <a:chExt cx="187974" cy="130800"/>
              </a:xfrm>
            </p:grpSpPr>
            <p:sp>
              <p:nvSpPr>
                <p:cNvPr id="456" name="Google Shape;456;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57" name="Google Shape;457;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58" name="Google Shape;458;p15"/>
              <p:cNvGrpSpPr/>
              <p:nvPr/>
            </p:nvGrpSpPr>
            <p:grpSpPr>
              <a:xfrm>
                <a:off x="5382151" y="1233968"/>
                <a:ext cx="187974" cy="130800"/>
                <a:chOff x="4804925" y="764100"/>
                <a:chExt cx="187974" cy="130800"/>
              </a:xfrm>
            </p:grpSpPr>
            <p:sp>
              <p:nvSpPr>
                <p:cNvPr id="459" name="Google Shape;459;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60" name="Google Shape;460;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61" name="Google Shape;461;p15"/>
            <p:cNvGrpSpPr/>
            <p:nvPr/>
          </p:nvGrpSpPr>
          <p:grpSpPr>
            <a:xfrm>
              <a:off x="5380497" y="1678500"/>
              <a:ext cx="189628" cy="981668"/>
              <a:chOff x="5380497" y="383100"/>
              <a:chExt cx="189628" cy="981668"/>
            </a:xfrm>
          </p:grpSpPr>
          <p:grpSp>
            <p:nvGrpSpPr>
              <p:cNvPr id="462" name="Google Shape;462;p15"/>
              <p:cNvGrpSpPr/>
              <p:nvPr/>
            </p:nvGrpSpPr>
            <p:grpSpPr>
              <a:xfrm>
                <a:off x="5380497" y="383100"/>
                <a:ext cx="187974" cy="130800"/>
                <a:chOff x="4804925" y="764100"/>
                <a:chExt cx="187974" cy="130800"/>
              </a:xfrm>
            </p:grpSpPr>
            <p:sp>
              <p:nvSpPr>
                <p:cNvPr id="463" name="Google Shape;463;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64" name="Google Shape;464;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65" name="Google Shape;465;p15"/>
              <p:cNvGrpSpPr/>
              <p:nvPr/>
            </p:nvGrpSpPr>
            <p:grpSpPr>
              <a:xfrm>
                <a:off x="5382151" y="822110"/>
                <a:ext cx="187974" cy="130800"/>
                <a:chOff x="4804925" y="764100"/>
                <a:chExt cx="187974" cy="130800"/>
              </a:xfrm>
            </p:grpSpPr>
            <p:sp>
              <p:nvSpPr>
                <p:cNvPr id="466" name="Google Shape;466;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67" name="Google Shape;467;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68" name="Google Shape;468;p15"/>
              <p:cNvGrpSpPr/>
              <p:nvPr/>
            </p:nvGrpSpPr>
            <p:grpSpPr>
              <a:xfrm>
                <a:off x="5382151" y="1233968"/>
                <a:ext cx="187974" cy="130800"/>
                <a:chOff x="4804925" y="764100"/>
                <a:chExt cx="187974" cy="130800"/>
              </a:xfrm>
            </p:grpSpPr>
            <p:sp>
              <p:nvSpPr>
                <p:cNvPr id="469" name="Google Shape;469;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70" name="Google Shape;470;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71" name="Google Shape;471;p15"/>
            <p:cNvGrpSpPr/>
            <p:nvPr/>
          </p:nvGrpSpPr>
          <p:grpSpPr>
            <a:xfrm>
              <a:off x="5380497" y="2973900"/>
              <a:ext cx="189628" cy="981668"/>
              <a:chOff x="5380497" y="383100"/>
              <a:chExt cx="189628" cy="981668"/>
            </a:xfrm>
          </p:grpSpPr>
          <p:grpSp>
            <p:nvGrpSpPr>
              <p:cNvPr id="472" name="Google Shape;472;p15"/>
              <p:cNvGrpSpPr/>
              <p:nvPr/>
            </p:nvGrpSpPr>
            <p:grpSpPr>
              <a:xfrm>
                <a:off x="5380497" y="383100"/>
                <a:ext cx="187974" cy="130800"/>
                <a:chOff x="4804925" y="764100"/>
                <a:chExt cx="187974" cy="130800"/>
              </a:xfrm>
            </p:grpSpPr>
            <p:sp>
              <p:nvSpPr>
                <p:cNvPr id="473" name="Google Shape;473;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74" name="Google Shape;474;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75" name="Google Shape;475;p15"/>
              <p:cNvGrpSpPr/>
              <p:nvPr/>
            </p:nvGrpSpPr>
            <p:grpSpPr>
              <a:xfrm>
                <a:off x="5382151" y="822110"/>
                <a:ext cx="187974" cy="130800"/>
                <a:chOff x="4804925" y="764100"/>
                <a:chExt cx="187974" cy="130800"/>
              </a:xfrm>
            </p:grpSpPr>
            <p:sp>
              <p:nvSpPr>
                <p:cNvPr id="476" name="Google Shape;476;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77" name="Google Shape;477;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78" name="Google Shape;478;p15"/>
              <p:cNvGrpSpPr/>
              <p:nvPr/>
            </p:nvGrpSpPr>
            <p:grpSpPr>
              <a:xfrm>
                <a:off x="5382151" y="1233968"/>
                <a:ext cx="187974" cy="130800"/>
                <a:chOff x="4804925" y="764100"/>
                <a:chExt cx="187974" cy="130800"/>
              </a:xfrm>
            </p:grpSpPr>
            <p:sp>
              <p:nvSpPr>
                <p:cNvPr id="479" name="Google Shape;479;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80" name="Google Shape;480;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481" name="Google Shape;481;p15"/>
            <p:cNvGrpSpPr/>
            <p:nvPr/>
          </p:nvGrpSpPr>
          <p:grpSpPr>
            <a:xfrm>
              <a:off x="5380497" y="4269300"/>
              <a:ext cx="189628" cy="569810"/>
              <a:chOff x="5380497" y="383100"/>
              <a:chExt cx="189628" cy="569810"/>
            </a:xfrm>
          </p:grpSpPr>
          <p:grpSp>
            <p:nvGrpSpPr>
              <p:cNvPr id="482" name="Google Shape;482;p15"/>
              <p:cNvGrpSpPr/>
              <p:nvPr/>
            </p:nvGrpSpPr>
            <p:grpSpPr>
              <a:xfrm>
                <a:off x="5380497" y="383100"/>
                <a:ext cx="187974" cy="130800"/>
                <a:chOff x="4804925" y="764100"/>
                <a:chExt cx="187974" cy="130800"/>
              </a:xfrm>
            </p:grpSpPr>
            <p:sp>
              <p:nvSpPr>
                <p:cNvPr id="483" name="Google Shape;483;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84" name="Google Shape;484;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485" name="Google Shape;485;p15"/>
              <p:cNvGrpSpPr/>
              <p:nvPr/>
            </p:nvGrpSpPr>
            <p:grpSpPr>
              <a:xfrm>
                <a:off x="5382151" y="822110"/>
                <a:ext cx="187974" cy="130800"/>
                <a:chOff x="4804925" y="764100"/>
                <a:chExt cx="187974" cy="130800"/>
              </a:xfrm>
            </p:grpSpPr>
            <p:sp>
              <p:nvSpPr>
                <p:cNvPr id="486" name="Google Shape;486;p15"/>
                <p:cNvSpPr/>
                <p:nvPr/>
              </p:nvSpPr>
              <p:spPr>
                <a:xfrm>
                  <a:off x="4856699" y="764100"/>
                  <a:ext cx="136200" cy="130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487" name="Google Shape;487;p15"/>
                <p:cNvSpPr/>
                <p:nvPr/>
              </p:nvSpPr>
              <p:spPr>
                <a:xfrm>
                  <a:off x="4804925" y="811200"/>
                  <a:ext cx="61800" cy="3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sp>
        <p:nvSpPr>
          <p:cNvPr id="488" name="Google Shape;488;p15"/>
          <p:cNvSpPr txBox="1">
            <a:spLocks noGrp="1"/>
          </p:cNvSpPr>
          <p:nvPr>
            <p:ph type="body" idx="1"/>
          </p:nvPr>
        </p:nvSpPr>
        <p:spPr>
          <a:xfrm>
            <a:off x="5586600" y="641275"/>
            <a:ext cx="2627700" cy="3119400"/>
          </a:xfrm>
          <a:prstGeom prst="rect">
            <a:avLst/>
          </a:prstGeom>
        </p:spPr>
        <p:txBody>
          <a:bodyPr spcFirstLastPara="1" wrap="square" lIns="91425" tIns="91425" rIns="91425" bIns="91425" anchor="b" anchorCtr="0">
            <a:noAutofit/>
          </a:bodyPr>
          <a:lstStyle>
            <a:lvl1pPr marL="457200" lvl="0" indent="-317500">
              <a:spcBef>
                <a:spcPts val="0"/>
              </a:spcBef>
              <a:spcAft>
                <a:spcPts val="0"/>
              </a:spcAft>
              <a:buClr>
                <a:schemeClr val="lt1"/>
              </a:buClr>
              <a:buSzPts val="1400"/>
              <a:buChar char="●"/>
              <a:defRPr sz="1000">
                <a:latin typeface="Manrope Medium"/>
                <a:ea typeface="Manrope Medium"/>
                <a:cs typeface="Manrope Medium"/>
                <a:sym typeface="Manrope Medium"/>
              </a:defRPr>
            </a:lvl1pPr>
            <a:lvl2pPr marL="914400" lvl="1" indent="-317500">
              <a:spcBef>
                <a:spcPts val="0"/>
              </a:spcBef>
              <a:spcAft>
                <a:spcPts val="0"/>
              </a:spcAft>
              <a:buClr>
                <a:schemeClr val="lt1"/>
              </a:buClr>
              <a:buSzPts val="1400"/>
              <a:buChar char="○"/>
              <a:defRPr sz="1000">
                <a:latin typeface="Manrope Medium"/>
                <a:ea typeface="Manrope Medium"/>
                <a:cs typeface="Manrope Medium"/>
                <a:sym typeface="Manrope Medium"/>
              </a:defRPr>
            </a:lvl2pPr>
            <a:lvl3pPr marL="1371600" lvl="2" indent="-317500">
              <a:spcBef>
                <a:spcPts val="0"/>
              </a:spcBef>
              <a:spcAft>
                <a:spcPts val="0"/>
              </a:spcAft>
              <a:buClr>
                <a:schemeClr val="lt1"/>
              </a:buClr>
              <a:buSzPts val="1400"/>
              <a:buChar char="■"/>
              <a:defRPr sz="1000">
                <a:latin typeface="Manrope Medium"/>
                <a:ea typeface="Manrope Medium"/>
                <a:cs typeface="Manrope Medium"/>
                <a:sym typeface="Manrope Medium"/>
              </a:defRPr>
            </a:lvl3pPr>
            <a:lvl4pPr marL="1828800" lvl="3" indent="-317500">
              <a:spcBef>
                <a:spcPts val="0"/>
              </a:spcBef>
              <a:spcAft>
                <a:spcPts val="0"/>
              </a:spcAft>
              <a:buClr>
                <a:schemeClr val="lt1"/>
              </a:buClr>
              <a:buSzPts val="1400"/>
              <a:buChar char="●"/>
              <a:defRPr sz="1000">
                <a:latin typeface="Manrope Medium"/>
                <a:ea typeface="Manrope Medium"/>
                <a:cs typeface="Manrope Medium"/>
                <a:sym typeface="Manrope Medium"/>
              </a:defRPr>
            </a:lvl4pPr>
            <a:lvl5pPr marL="2286000" lvl="4" indent="-317500">
              <a:spcBef>
                <a:spcPts val="0"/>
              </a:spcBef>
              <a:spcAft>
                <a:spcPts val="0"/>
              </a:spcAft>
              <a:buClr>
                <a:schemeClr val="lt1"/>
              </a:buClr>
              <a:buSzPts val="1400"/>
              <a:buChar char="○"/>
              <a:defRPr sz="1000">
                <a:latin typeface="Manrope Medium"/>
                <a:ea typeface="Manrope Medium"/>
                <a:cs typeface="Manrope Medium"/>
                <a:sym typeface="Manrope Medium"/>
              </a:defRPr>
            </a:lvl5pPr>
            <a:lvl6pPr marL="2743200" lvl="5" indent="-317500">
              <a:spcBef>
                <a:spcPts val="0"/>
              </a:spcBef>
              <a:spcAft>
                <a:spcPts val="0"/>
              </a:spcAft>
              <a:buClr>
                <a:schemeClr val="lt1"/>
              </a:buClr>
              <a:buSzPts val="1400"/>
              <a:buChar char="■"/>
              <a:defRPr sz="1000">
                <a:latin typeface="Manrope Medium"/>
                <a:ea typeface="Manrope Medium"/>
                <a:cs typeface="Manrope Medium"/>
                <a:sym typeface="Manrope Medium"/>
              </a:defRPr>
            </a:lvl6pPr>
            <a:lvl7pPr marL="3200400" lvl="6" indent="-317500">
              <a:spcBef>
                <a:spcPts val="0"/>
              </a:spcBef>
              <a:spcAft>
                <a:spcPts val="0"/>
              </a:spcAft>
              <a:buClr>
                <a:schemeClr val="lt1"/>
              </a:buClr>
              <a:buSzPts val="1400"/>
              <a:buChar char="●"/>
              <a:defRPr sz="1000">
                <a:latin typeface="Manrope Medium"/>
                <a:ea typeface="Manrope Medium"/>
                <a:cs typeface="Manrope Medium"/>
                <a:sym typeface="Manrope Medium"/>
              </a:defRPr>
            </a:lvl7pPr>
            <a:lvl8pPr marL="3657600" lvl="7" indent="-317500">
              <a:spcBef>
                <a:spcPts val="0"/>
              </a:spcBef>
              <a:spcAft>
                <a:spcPts val="0"/>
              </a:spcAft>
              <a:buSzPts val="1400"/>
              <a:buChar char="○"/>
              <a:defRPr sz="1000">
                <a:latin typeface="Manrope Medium"/>
                <a:ea typeface="Manrope Medium"/>
                <a:cs typeface="Manrope Medium"/>
                <a:sym typeface="Manrope Medium"/>
              </a:defRPr>
            </a:lvl8pPr>
            <a:lvl9pPr marL="4114800" lvl="8" indent="-317500">
              <a:spcBef>
                <a:spcPts val="0"/>
              </a:spcBef>
              <a:spcAft>
                <a:spcPts val="0"/>
              </a:spcAft>
              <a:buClr>
                <a:schemeClr val="lt1"/>
              </a:buClr>
              <a:buSzPts val="1400"/>
              <a:buChar char="■"/>
              <a:defRPr sz="1000">
                <a:latin typeface="Manrope Medium"/>
                <a:ea typeface="Manrope Medium"/>
                <a:cs typeface="Manrope Medium"/>
                <a:sym typeface="Manrope Medium"/>
              </a:defRPr>
            </a:lvl9pPr>
          </a:lstStyle>
          <a:p>
            <a:endParaRPr/>
          </a:p>
        </p:txBody>
      </p:sp>
      <p:sp>
        <p:nvSpPr>
          <p:cNvPr id="489" name="Google Shape;489;p15"/>
          <p:cNvSpPr txBox="1">
            <a:spLocks noGrp="1"/>
          </p:cNvSpPr>
          <p:nvPr>
            <p:ph type="title"/>
          </p:nvPr>
        </p:nvSpPr>
        <p:spPr>
          <a:xfrm>
            <a:off x="521275" y="525800"/>
            <a:ext cx="2094900" cy="1430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4100"/>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pos="32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Notes ">
  <p:cSld name="CUSTOM_2">
    <p:spTree>
      <p:nvGrpSpPr>
        <p:cNvPr id="1" name="Shape 490"/>
        <p:cNvGrpSpPr/>
        <p:nvPr/>
      </p:nvGrpSpPr>
      <p:grpSpPr>
        <a:xfrm>
          <a:off x="0" y="0"/>
          <a:ext cx="0" cy="0"/>
          <a:chOff x="0" y="0"/>
          <a:chExt cx="0" cy="0"/>
        </a:xfrm>
      </p:grpSpPr>
      <p:grpSp>
        <p:nvGrpSpPr>
          <p:cNvPr id="491" name="Google Shape;491;p16"/>
          <p:cNvGrpSpPr/>
          <p:nvPr/>
        </p:nvGrpSpPr>
        <p:grpSpPr>
          <a:xfrm>
            <a:off x="0" y="-6300"/>
            <a:ext cx="9162087" cy="5150040"/>
            <a:chOff x="11751" y="-6300"/>
            <a:chExt cx="9190577" cy="5150040"/>
          </a:xfrm>
        </p:grpSpPr>
        <p:grpSp>
          <p:nvGrpSpPr>
            <p:cNvPr id="492" name="Google Shape;492;p16"/>
            <p:cNvGrpSpPr/>
            <p:nvPr/>
          </p:nvGrpSpPr>
          <p:grpSpPr>
            <a:xfrm>
              <a:off x="11751" y="-6300"/>
              <a:ext cx="4777902" cy="2703033"/>
              <a:chOff x="11750" y="-6290"/>
              <a:chExt cx="9125100" cy="5162400"/>
            </a:xfrm>
          </p:grpSpPr>
          <p:cxnSp>
            <p:nvCxnSpPr>
              <p:cNvPr id="493" name="Google Shape;493;p16"/>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4" name="Google Shape;494;p16"/>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5" name="Google Shape;495;p16"/>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6" name="Google Shape;496;p16"/>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7" name="Google Shape;497;p16"/>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8" name="Google Shape;498;p16"/>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499" name="Google Shape;499;p16"/>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0" name="Google Shape;500;p16"/>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1" name="Google Shape;501;p16"/>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2" name="Google Shape;502;p16"/>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3" name="Google Shape;503;p16"/>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4" name="Google Shape;504;p16"/>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05" name="Google Shape;505;p16"/>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06" name="Google Shape;506;p16"/>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07" name="Google Shape;507;p16"/>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08" name="Google Shape;508;p16"/>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09" name="Google Shape;509;p16"/>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0" name="Google Shape;510;p16"/>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1" name="Google Shape;511;p16"/>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2" name="Google Shape;512;p16"/>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3" name="Google Shape;513;p16"/>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14" name="Google Shape;514;p16"/>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515" name="Google Shape;515;p16"/>
            <p:cNvGrpSpPr/>
            <p:nvPr/>
          </p:nvGrpSpPr>
          <p:grpSpPr>
            <a:xfrm>
              <a:off x="11751" y="2440707"/>
              <a:ext cx="4777902" cy="2703033"/>
              <a:chOff x="11750" y="-6290"/>
              <a:chExt cx="9125100" cy="5162400"/>
            </a:xfrm>
          </p:grpSpPr>
          <p:cxnSp>
            <p:nvCxnSpPr>
              <p:cNvPr id="516" name="Google Shape;516;p16"/>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17" name="Google Shape;517;p16"/>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18" name="Google Shape;518;p16"/>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19" name="Google Shape;519;p16"/>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0" name="Google Shape;520;p16"/>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1" name="Google Shape;521;p16"/>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2" name="Google Shape;522;p16"/>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3" name="Google Shape;523;p16"/>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4" name="Google Shape;524;p16"/>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5" name="Google Shape;525;p16"/>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6" name="Google Shape;526;p16"/>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7" name="Google Shape;527;p16"/>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28" name="Google Shape;528;p16"/>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29" name="Google Shape;529;p16"/>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0" name="Google Shape;530;p16"/>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1" name="Google Shape;531;p16"/>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2" name="Google Shape;532;p16"/>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3" name="Google Shape;533;p16"/>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4" name="Google Shape;534;p16"/>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5" name="Google Shape;535;p16"/>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6" name="Google Shape;536;p16"/>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37" name="Google Shape;537;p16"/>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538" name="Google Shape;538;p16"/>
            <p:cNvGrpSpPr/>
            <p:nvPr/>
          </p:nvGrpSpPr>
          <p:grpSpPr>
            <a:xfrm>
              <a:off x="4424426" y="-6300"/>
              <a:ext cx="4777902" cy="2703033"/>
              <a:chOff x="11750" y="-6290"/>
              <a:chExt cx="9125100" cy="5162400"/>
            </a:xfrm>
          </p:grpSpPr>
          <p:cxnSp>
            <p:nvCxnSpPr>
              <p:cNvPr id="539" name="Google Shape;539;p16"/>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0" name="Google Shape;540;p16"/>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1" name="Google Shape;541;p16"/>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2" name="Google Shape;542;p16"/>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3" name="Google Shape;543;p16"/>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4" name="Google Shape;544;p16"/>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5" name="Google Shape;545;p16"/>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6" name="Google Shape;546;p16"/>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7" name="Google Shape;547;p16"/>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8" name="Google Shape;548;p16"/>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49" name="Google Shape;549;p16"/>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50" name="Google Shape;550;p16"/>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51" name="Google Shape;551;p16"/>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2" name="Google Shape;552;p16"/>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3" name="Google Shape;553;p16"/>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4" name="Google Shape;554;p16"/>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5" name="Google Shape;555;p16"/>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6" name="Google Shape;556;p16"/>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7" name="Google Shape;557;p16"/>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8" name="Google Shape;558;p16"/>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59" name="Google Shape;559;p16"/>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60" name="Google Shape;560;p16"/>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nvGrpSpPr>
            <p:cNvPr id="561" name="Google Shape;561;p16"/>
            <p:cNvGrpSpPr/>
            <p:nvPr/>
          </p:nvGrpSpPr>
          <p:grpSpPr>
            <a:xfrm>
              <a:off x="4424426" y="2440707"/>
              <a:ext cx="4777902" cy="2703033"/>
              <a:chOff x="11750" y="-6290"/>
              <a:chExt cx="9125100" cy="5162400"/>
            </a:xfrm>
          </p:grpSpPr>
          <p:cxnSp>
            <p:nvCxnSpPr>
              <p:cNvPr id="562" name="Google Shape;562;p16"/>
              <p:cNvCxnSpPr/>
              <p:nvPr/>
            </p:nvCxnSpPr>
            <p:spPr>
              <a:xfrm>
                <a:off x="7055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3" name="Google Shape;563;p16"/>
              <p:cNvCxnSpPr/>
              <p:nvPr/>
            </p:nvCxnSpPr>
            <p:spPr>
              <a:xfrm>
                <a:off x="13993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4" name="Google Shape;564;p16"/>
              <p:cNvCxnSpPr/>
              <p:nvPr/>
            </p:nvCxnSpPr>
            <p:spPr>
              <a:xfrm>
                <a:off x="21049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5" name="Google Shape;565;p16"/>
              <p:cNvCxnSpPr/>
              <p:nvPr/>
            </p:nvCxnSpPr>
            <p:spPr>
              <a:xfrm>
                <a:off x="2813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6" name="Google Shape;566;p16"/>
              <p:cNvCxnSpPr/>
              <p:nvPr/>
            </p:nvCxnSpPr>
            <p:spPr>
              <a:xfrm>
                <a:off x="3507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7" name="Google Shape;567;p16"/>
              <p:cNvCxnSpPr/>
              <p:nvPr/>
            </p:nvCxnSpPr>
            <p:spPr>
              <a:xfrm>
                <a:off x="4212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8" name="Google Shape;568;p16"/>
              <p:cNvCxnSpPr/>
              <p:nvPr/>
            </p:nvCxnSpPr>
            <p:spPr>
              <a:xfrm>
                <a:off x="49214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69" name="Google Shape;569;p16"/>
              <p:cNvCxnSpPr/>
              <p:nvPr/>
            </p:nvCxnSpPr>
            <p:spPr>
              <a:xfrm>
                <a:off x="561521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70" name="Google Shape;570;p16"/>
              <p:cNvCxnSpPr/>
              <p:nvPr/>
            </p:nvCxnSpPr>
            <p:spPr>
              <a:xfrm>
                <a:off x="6320766"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71" name="Google Shape;571;p16"/>
              <p:cNvCxnSpPr/>
              <p:nvPr/>
            </p:nvCxnSpPr>
            <p:spPr>
              <a:xfrm>
                <a:off x="70394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72" name="Google Shape;572;p16"/>
              <p:cNvCxnSpPr/>
              <p:nvPr/>
            </p:nvCxnSpPr>
            <p:spPr>
              <a:xfrm>
                <a:off x="773329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73" name="Google Shape;573;p16"/>
              <p:cNvCxnSpPr/>
              <p:nvPr/>
            </p:nvCxnSpPr>
            <p:spPr>
              <a:xfrm>
                <a:off x="8438841" y="-6290"/>
                <a:ext cx="0" cy="5162400"/>
              </a:xfrm>
              <a:prstGeom prst="straightConnector1">
                <a:avLst/>
              </a:prstGeom>
              <a:noFill/>
              <a:ln w="9525" cap="flat" cmpd="sng">
                <a:solidFill>
                  <a:schemeClr val="accent5"/>
                </a:solidFill>
                <a:prstDash val="solid"/>
                <a:round/>
                <a:headEnd type="none" w="sm" len="sm"/>
                <a:tailEnd type="none" w="sm" len="sm"/>
              </a:ln>
            </p:spPr>
          </p:cxnSp>
          <p:cxnSp>
            <p:nvCxnSpPr>
              <p:cNvPr id="574" name="Google Shape;574;p16"/>
              <p:cNvCxnSpPr/>
              <p:nvPr/>
            </p:nvCxnSpPr>
            <p:spPr>
              <a:xfrm>
                <a:off x="11750" y="482125"/>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75" name="Google Shape;575;p16"/>
              <p:cNvCxnSpPr/>
              <p:nvPr/>
            </p:nvCxnSpPr>
            <p:spPr>
              <a:xfrm>
                <a:off x="11750" y="935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76" name="Google Shape;576;p16"/>
              <p:cNvCxnSpPr/>
              <p:nvPr/>
            </p:nvCxnSpPr>
            <p:spPr>
              <a:xfrm>
                <a:off x="11750" y="14028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77" name="Google Shape;577;p16"/>
              <p:cNvCxnSpPr/>
              <p:nvPr/>
            </p:nvCxnSpPr>
            <p:spPr>
              <a:xfrm>
                <a:off x="11750" y="1870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78" name="Google Shape;578;p16"/>
              <p:cNvCxnSpPr/>
              <p:nvPr/>
            </p:nvCxnSpPr>
            <p:spPr>
              <a:xfrm>
                <a:off x="11750" y="23380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79" name="Google Shape;579;p16"/>
              <p:cNvCxnSpPr/>
              <p:nvPr/>
            </p:nvCxnSpPr>
            <p:spPr>
              <a:xfrm>
                <a:off x="11750" y="28056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80" name="Google Shape;580;p16"/>
              <p:cNvCxnSpPr/>
              <p:nvPr/>
            </p:nvCxnSpPr>
            <p:spPr>
              <a:xfrm>
                <a:off x="11750" y="32732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81" name="Google Shape;581;p16"/>
              <p:cNvCxnSpPr/>
              <p:nvPr/>
            </p:nvCxnSpPr>
            <p:spPr>
              <a:xfrm>
                <a:off x="11750" y="374795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82" name="Google Shape;582;p16"/>
              <p:cNvCxnSpPr/>
              <p:nvPr/>
            </p:nvCxnSpPr>
            <p:spPr>
              <a:xfrm>
                <a:off x="11750" y="4208400"/>
                <a:ext cx="9125100" cy="0"/>
              </a:xfrm>
              <a:prstGeom prst="straightConnector1">
                <a:avLst/>
              </a:prstGeom>
              <a:noFill/>
              <a:ln w="9525" cap="flat" cmpd="sng">
                <a:solidFill>
                  <a:schemeClr val="accent5"/>
                </a:solidFill>
                <a:prstDash val="solid"/>
                <a:round/>
                <a:headEnd type="none" w="sm" len="sm"/>
                <a:tailEnd type="none" w="sm" len="sm"/>
              </a:ln>
            </p:spPr>
          </p:cxnSp>
          <p:cxnSp>
            <p:nvCxnSpPr>
              <p:cNvPr id="583" name="Google Shape;583;p16"/>
              <p:cNvCxnSpPr/>
              <p:nvPr/>
            </p:nvCxnSpPr>
            <p:spPr>
              <a:xfrm>
                <a:off x="11750" y="4668850"/>
                <a:ext cx="9125100" cy="0"/>
              </a:xfrm>
              <a:prstGeom prst="straightConnector1">
                <a:avLst/>
              </a:prstGeom>
              <a:noFill/>
              <a:ln w="9525" cap="flat" cmpd="sng">
                <a:solidFill>
                  <a:schemeClr val="accent5"/>
                </a:solidFill>
                <a:prstDash val="solid"/>
                <a:round/>
                <a:headEnd type="none" w="sm" len="sm"/>
                <a:tailEnd type="none" w="sm" len="sm"/>
              </a:ln>
            </p:spPr>
          </p:cxnSp>
        </p:grpSp>
      </p:grpSp>
      <p:sp>
        <p:nvSpPr>
          <p:cNvPr id="584" name="Google Shape;584;p16"/>
          <p:cNvSpPr txBox="1">
            <a:spLocks noGrp="1"/>
          </p:cNvSpPr>
          <p:nvPr>
            <p:ph type="title"/>
          </p:nvPr>
        </p:nvSpPr>
        <p:spPr>
          <a:xfrm>
            <a:off x="532800" y="1269600"/>
            <a:ext cx="2618400" cy="472800"/>
          </a:xfrm>
          <a:prstGeom prst="rect">
            <a:avLst/>
          </a:prstGeom>
        </p:spPr>
        <p:txBody>
          <a:bodyPr spcFirstLastPara="1" wrap="square" lIns="182875" tIns="91425" rIns="91425" bIns="91425" anchor="ctr" anchorCtr="0">
            <a:noAutofit/>
          </a:bodyPr>
          <a:lstStyle>
            <a:lvl1pPr lvl="0" algn="ctr">
              <a:lnSpc>
                <a:spcPct val="100000"/>
              </a:lnSpc>
              <a:spcBef>
                <a:spcPts val="0"/>
              </a:spcBef>
              <a:spcAft>
                <a:spcPts val="0"/>
              </a:spcAft>
              <a:buClr>
                <a:schemeClr val="lt1"/>
              </a:buClr>
              <a:buSzPts val="1300"/>
              <a:buNone/>
              <a:defRPr sz="1900" b="0"/>
            </a:lvl1pPr>
            <a:lvl2pPr lvl="1">
              <a:spcBef>
                <a:spcPts val="100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585" name="Google Shape;585;p16"/>
          <p:cNvSpPr txBox="1">
            <a:spLocks noGrp="1"/>
          </p:cNvSpPr>
          <p:nvPr>
            <p:ph type="subTitle" idx="1"/>
          </p:nvPr>
        </p:nvSpPr>
        <p:spPr>
          <a:xfrm>
            <a:off x="520800" y="1711450"/>
            <a:ext cx="2642400" cy="1240500"/>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6" name="Google Shape;586;p16"/>
          <p:cNvSpPr txBox="1">
            <a:spLocks noGrp="1"/>
          </p:cNvSpPr>
          <p:nvPr>
            <p:ph type="subTitle" idx="2"/>
          </p:nvPr>
        </p:nvSpPr>
        <p:spPr>
          <a:xfrm>
            <a:off x="531875" y="2928325"/>
            <a:ext cx="2618400" cy="395100"/>
          </a:xfrm>
          <a:prstGeom prst="rect">
            <a:avLst/>
          </a:prstGeom>
        </p:spPr>
        <p:txBody>
          <a:bodyPr spcFirstLastPara="1" wrap="square" lIns="182875" tIns="91425" rIns="91425" bIns="91425" anchor="t" anchorCtr="0">
            <a:noAutofit/>
          </a:bodyPr>
          <a:lstStyle>
            <a:lvl1pPr lvl="0">
              <a:lnSpc>
                <a:spcPct val="100000"/>
              </a:lnSpc>
              <a:spcBef>
                <a:spcPts val="0"/>
              </a:spcBef>
              <a:spcAft>
                <a:spcPts val="0"/>
              </a:spcAft>
              <a:buSzPts val="1200"/>
              <a:buNone/>
              <a:defRPr sz="1000" b="1" u="sng"/>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7" name="Google Shape;587;p16"/>
          <p:cNvSpPr txBox="1">
            <a:spLocks noGrp="1"/>
          </p:cNvSpPr>
          <p:nvPr>
            <p:ph type="title" idx="3"/>
          </p:nvPr>
        </p:nvSpPr>
        <p:spPr>
          <a:xfrm rot="139861">
            <a:off x="3291201" y="1217875"/>
            <a:ext cx="2618467" cy="472890"/>
          </a:xfrm>
          <a:prstGeom prst="rect">
            <a:avLst/>
          </a:prstGeom>
        </p:spPr>
        <p:txBody>
          <a:bodyPr spcFirstLastPara="1" wrap="square" lIns="182875" tIns="91425" rIns="91425" bIns="91425" anchor="ctr" anchorCtr="0">
            <a:spAutoFit/>
          </a:bodyPr>
          <a:lstStyle>
            <a:lvl1pPr lvl="0" algn="ctr">
              <a:lnSpc>
                <a:spcPct val="100000"/>
              </a:lnSpc>
              <a:spcBef>
                <a:spcPts val="0"/>
              </a:spcBef>
              <a:spcAft>
                <a:spcPts val="0"/>
              </a:spcAft>
              <a:buClr>
                <a:schemeClr val="lt1"/>
              </a:buClr>
              <a:buSzPts val="1900"/>
              <a:buNone/>
              <a:defRPr sz="1900" b="0"/>
            </a:lvl1pPr>
            <a:lvl2pPr lvl="1">
              <a:spcBef>
                <a:spcPts val="100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588" name="Google Shape;588;p16"/>
          <p:cNvSpPr txBox="1">
            <a:spLocks noGrp="1"/>
          </p:cNvSpPr>
          <p:nvPr>
            <p:ph type="subTitle" idx="4"/>
          </p:nvPr>
        </p:nvSpPr>
        <p:spPr>
          <a:xfrm rot="139761">
            <a:off x="3245632" y="1659003"/>
            <a:ext cx="2642483" cy="1240624"/>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9" name="Google Shape;589;p16"/>
          <p:cNvSpPr txBox="1">
            <a:spLocks noGrp="1"/>
          </p:cNvSpPr>
          <p:nvPr>
            <p:ph type="subTitle" idx="5"/>
          </p:nvPr>
        </p:nvSpPr>
        <p:spPr>
          <a:xfrm rot="139861">
            <a:off x="3224189" y="2875212"/>
            <a:ext cx="2618467" cy="395132"/>
          </a:xfrm>
          <a:prstGeom prst="rect">
            <a:avLst/>
          </a:prstGeom>
        </p:spPr>
        <p:txBody>
          <a:bodyPr spcFirstLastPara="1" wrap="square" lIns="182875" tIns="91425" rIns="91425" bIns="91425" anchor="t" anchorCtr="0">
            <a:noAutofit/>
          </a:bodyPr>
          <a:lstStyle>
            <a:lvl1pPr lvl="0">
              <a:lnSpc>
                <a:spcPct val="100000"/>
              </a:lnSpc>
              <a:spcBef>
                <a:spcPts val="0"/>
              </a:spcBef>
              <a:spcAft>
                <a:spcPts val="0"/>
              </a:spcAft>
              <a:buSzPts val="1200"/>
              <a:buNone/>
              <a:defRPr sz="1000" b="1" u="sng"/>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0" name="Google Shape;590;p16"/>
          <p:cNvSpPr txBox="1">
            <a:spLocks noGrp="1"/>
          </p:cNvSpPr>
          <p:nvPr>
            <p:ph type="title" idx="6"/>
          </p:nvPr>
        </p:nvSpPr>
        <p:spPr>
          <a:xfrm>
            <a:off x="5994100" y="1252413"/>
            <a:ext cx="2618400" cy="472800"/>
          </a:xfrm>
          <a:prstGeom prst="rect">
            <a:avLst/>
          </a:prstGeom>
        </p:spPr>
        <p:txBody>
          <a:bodyPr spcFirstLastPara="1" wrap="square" lIns="182875" tIns="91425" rIns="91425" bIns="91425" anchor="ctr" anchorCtr="0">
            <a:noAutofit/>
          </a:bodyPr>
          <a:lstStyle>
            <a:lvl1pPr lvl="0" algn="ctr">
              <a:lnSpc>
                <a:spcPct val="100000"/>
              </a:lnSpc>
              <a:spcBef>
                <a:spcPts val="0"/>
              </a:spcBef>
              <a:spcAft>
                <a:spcPts val="0"/>
              </a:spcAft>
              <a:buClr>
                <a:schemeClr val="lt1"/>
              </a:buClr>
              <a:buSzPts val="1900"/>
              <a:buNone/>
              <a:defRPr sz="1900" b="0"/>
            </a:lvl1pPr>
            <a:lvl2pPr lvl="1">
              <a:spcBef>
                <a:spcPts val="100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591" name="Google Shape;591;p16"/>
          <p:cNvSpPr txBox="1">
            <a:spLocks noGrp="1"/>
          </p:cNvSpPr>
          <p:nvPr>
            <p:ph type="subTitle" idx="7"/>
          </p:nvPr>
        </p:nvSpPr>
        <p:spPr>
          <a:xfrm>
            <a:off x="5982100" y="1694263"/>
            <a:ext cx="2642400" cy="1240500"/>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2" name="Google Shape;592;p16"/>
          <p:cNvSpPr txBox="1">
            <a:spLocks noGrp="1"/>
          </p:cNvSpPr>
          <p:nvPr>
            <p:ph type="subTitle" idx="8"/>
          </p:nvPr>
        </p:nvSpPr>
        <p:spPr>
          <a:xfrm>
            <a:off x="5993175" y="2911138"/>
            <a:ext cx="2618400" cy="395100"/>
          </a:xfrm>
          <a:prstGeom prst="rect">
            <a:avLst/>
          </a:prstGeom>
        </p:spPr>
        <p:txBody>
          <a:bodyPr spcFirstLastPara="1" wrap="square" lIns="182875" tIns="91425" rIns="91425" bIns="91425" anchor="t" anchorCtr="0">
            <a:noAutofit/>
          </a:bodyPr>
          <a:lstStyle>
            <a:lvl1pPr lvl="0">
              <a:lnSpc>
                <a:spcPct val="100000"/>
              </a:lnSpc>
              <a:spcBef>
                <a:spcPts val="0"/>
              </a:spcBef>
              <a:spcAft>
                <a:spcPts val="0"/>
              </a:spcAft>
              <a:buSzPts val="1200"/>
              <a:buNone/>
              <a:defRPr sz="1000" b="1" u="sng"/>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3" name="Google Shape;593;p16"/>
          <p:cNvSpPr txBox="1">
            <a:spLocks noGrp="1"/>
          </p:cNvSpPr>
          <p:nvPr>
            <p:ph type="subTitle" idx="9"/>
          </p:nvPr>
        </p:nvSpPr>
        <p:spPr>
          <a:xfrm>
            <a:off x="3254000" y="3461675"/>
            <a:ext cx="2529300" cy="935100"/>
          </a:xfrm>
          <a:prstGeom prst="rect">
            <a:avLst/>
          </a:prstGeom>
        </p:spPr>
        <p:txBody>
          <a:bodyPr spcFirstLastPara="1" wrap="square" lIns="182875" tIns="0" rIns="91425" bIns="91425" anchor="ctr" anchorCtr="0">
            <a:noAutofit/>
          </a:bodyPr>
          <a:lstStyle>
            <a:lvl1pPr lvl="0">
              <a:lnSpc>
                <a:spcPct val="100000"/>
              </a:lnSpc>
              <a:spcBef>
                <a:spcPts val="0"/>
              </a:spcBef>
              <a:spcAft>
                <a:spcPts val="0"/>
              </a:spcAft>
              <a:buSzPts val="1300"/>
              <a:buFont typeface="Arial"/>
              <a:buNone/>
              <a:defRPr sz="1000">
                <a:latin typeface="Manrope ExtraBold"/>
                <a:ea typeface="Manrope ExtraBold"/>
                <a:cs typeface="Manrope ExtraBold"/>
                <a:sym typeface="Manrope ExtraBold"/>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4" name="Google Shape;594;p16"/>
          <p:cNvSpPr txBox="1">
            <a:spLocks noGrp="1"/>
          </p:cNvSpPr>
          <p:nvPr>
            <p:ph type="subTitle" idx="13"/>
          </p:nvPr>
        </p:nvSpPr>
        <p:spPr>
          <a:xfrm>
            <a:off x="3254000" y="3840475"/>
            <a:ext cx="2644800" cy="761100"/>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5" name="Google Shape;595;p16"/>
          <p:cNvSpPr txBox="1">
            <a:spLocks noGrp="1"/>
          </p:cNvSpPr>
          <p:nvPr>
            <p:ph type="subTitle" idx="14"/>
          </p:nvPr>
        </p:nvSpPr>
        <p:spPr>
          <a:xfrm rot="-143344">
            <a:off x="503564" y="3472782"/>
            <a:ext cx="2526096" cy="935014"/>
          </a:xfrm>
          <a:prstGeom prst="rect">
            <a:avLst/>
          </a:prstGeom>
        </p:spPr>
        <p:txBody>
          <a:bodyPr spcFirstLastPara="1" wrap="square" lIns="182875" tIns="0" rIns="91425" bIns="91425" anchor="ctr" anchorCtr="0">
            <a:noAutofit/>
          </a:bodyPr>
          <a:lstStyle>
            <a:lvl1pPr lvl="0">
              <a:lnSpc>
                <a:spcPct val="100000"/>
              </a:lnSpc>
              <a:spcBef>
                <a:spcPts val="0"/>
              </a:spcBef>
              <a:spcAft>
                <a:spcPts val="0"/>
              </a:spcAft>
              <a:buSzPts val="1200"/>
              <a:buNone/>
              <a:defRPr sz="1000">
                <a:latin typeface="Manrope ExtraBold"/>
                <a:ea typeface="Manrope ExtraBold"/>
                <a:cs typeface="Manrope ExtraBold"/>
                <a:sym typeface="Manrope ExtraBold"/>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6" name="Google Shape;596;p16"/>
          <p:cNvSpPr txBox="1">
            <a:spLocks noGrp="1"/>
          </p:cNvSpPr>
          <p:nvPr>
            <p:ph type="subTitle" idx="15"/>
          </p:nvPr>
        </p:nvSpPr>
        <p:spPr>
          <a:xfrm rot="-143157">
            <a:off x="515751" y="3848927"/>
            <a:ext cx="2644693" cy="761165"/>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7" name="Google Shape;597;p16"/>
          <p:cNvSpPr txBox="1">
            <a:spLocks noGrp="1"/>
          </p:cNvSpPr>
          <p:nvPr>
            <p:ph type="subTitle" idx="16"/>
          </p:nvPr>
        </p:nvSpPr>
        <p:spPr>
          <a:xfrm>
            <a:off x="5975950" y="3457125"/>
            <a:ext cx="2506800" cy="935100"/>
          </a:xfrm>
          <a:prstGeom prst="rect">
            <a:avLst/>
          </a:prstGeom>
        </p:spPr>
        <p:txBody>
          <a:bodyPr spcFirstLastPara="1" wrap="square" lIns="182875" tIns="0" rIns="91425" bIns="91425" anchor="ctr" anchorCtr="0">
            <a:noAutofit/>
          </a:bodyPr>
          <a:lstStyle>
            <a:lvl1pPr lvl="0">
              <a:lnSpc>
                <a:spcPct val="100000"/>
              </a:lnSpc>
              <a:spcBef>
                <a:spcPts val="0"/>
              </a:spcBef>
              <a:spcAft>
                <a:spcPts val="0"/>
              </a:spcAft>
              <a:buSzPts val="1200"/>
              <a:buNone/>
              <a:defRPr sz="1000">
                <a:latin typeface="Manrope ExtraBold"/>
                <a:ea typeface="Manrope ExtraBold"/>
                <a:cs typeface="Manrope ExtraBold"/>
                <a:sym typeface="Manrope ExtraBold"/>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8" name="Google Shape;598;p16"/>
          <p:cNvSpPr txBox="1">
            <a:spLocks noGrp="1"/>
          </p:cNvSpPr>
          <p:nvPr>
            <p:ph type="subTitle" idx="17"/>
          </p:nvPr>
        </p:nvSpPr>
        <p:spPr>
          <a:xfrm>
            <a:off x="5975950" y="3835925"/>
            <a:ext cx="2644800" cy="761100"/>
          </a:xfrm>
          <a:prstGeom prst="rect">
            <a:avLst/>
          </a:prstGeom>
        </p:spPr>
        <p:txBody>
          <a:bodyPr spcFirstLastPara="1" wrap="square" lIns="182875" tIns="91425" rIns="91425" bIns="91425" anchor="ctr" anchorCtr="0">
            <a:noAutofit/>
          </a:bodyPr>
          <a:lstStyle>
            <a:lvl1pPr lvl="0">
              <a:lnSpc>
                <a:spcPct val="100000"/>
              </a:lnSpc>
              <a:spcBef>
                <a:spcPts val="0"/>
              </a:spcBef>
              <a:spcAft>
                <a:spcPts val="0"/>
              </a:spcAft>
              <a:buSzPts val="1200"/>
              <a:buNone/>
              <a:defRPr sz="1000">
                <a:latin typeface="Manrope Medium"/>
                <a:ea typeface="Manrope Medium"/>
                <a:cs typeface="Manrope Medium"/>
                <a:sym typeface="Manrope Medium"/>
              </a:defRPr>
            </a:lvl1pPr>
            <a:lvl2pPr lvl="1">
              <a:spcBef>
                <a:spcPts val="1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eader, Subtitle and Note">
  <p:cSld name="CUSTOM_1_1_2_2">
    <p:spTree>
      <p:nvGrpSpPr>
        <p:cNvPr id="1" name="Shape 599"/>
        <p:cNvGrpSpPr/>
        <p:nvPr/>
      </p:nvGrpSpPr>
      <p:grpSpPr>
        <a:xfrm>
          <a:off x="0" y="0"/>
          <a:ext cx="0" cy="0"/>
          <a:chOff x="0" y="0"/>
          <a:chExt cx="0" cy="0"/>
        </a:xfrm>
      </p:grpSpPr>
      <p:sp>
        <p:nvSpPr>
          <p:cNvPr id="600" name="Google Shape;600;p17"/>
          <p:cNvSpPr txBox="1">
            <a:spLocks noGrp="1"/>
          </p:cNvSpPr>
          <p:nvPr>
            <p:ph type="body" idx="1"/>
          </p:nvPr>
        </p:nvSpPr>
        <p:spPr>
          <a:xfrm>
            <a:off x="509725" y="1130288"/>
            <a:ext cx="4174800" cy="3354000"/>
          </a:xfrm>
          <a:prstGeom prst="rect">
            <a:avLst/>
          </a:prstGeom>
        </p:spPr>
        <p:txBody>
          <a:bodyPr spcFirstLastPara="1" wrap="square" lIns="91425" tIns="91425" rIns="91425" bIns="91425" anchor="t" anchorCtr="0">
            <a:noAutofit/>
          </a:bodyPr>
          <a:lstStyle>
            <a:lvl1pPr marL="457200" lvl="0" indent="-228600">
              <a:lnSpc>
                <a:spcPct val="100000"/>
              </a:lnSpc>
              <a:spcBef>
                <a:spcPts val="0"/>
              </a:spcBef>
              <a:spcAft>
                <a:spcPts val="0"/>
              </a:spcAft>
              <a:buSzPts val="1200"/>
              <a:buNone/>
              <a:defRPr/>
            </a:lvl1pPr>
            <a:lvl2pPr marL="914400" lvl="1" indent="-304800">
              <a:spcBef>
                <a:spcPts val="0"/>
              </a:spcBef>
              <a:spcAft>
                <a:spcPts val="0"/>
              </a:spcAft>
              <a:buSzPts val="1200"/>
              <a:buFont typeface="Manrope"/>
              <a:buChar char="○"/>
              <a:defRPr/>
            </a:lvl2pPr>
            <a:lvl3pPr marL="1371600" lvl="2" indent="-304800">
              <a:spcBef>
                <a:spcPts val="0"/>
              </a:spcBef>
              <a:spcAft>
                <a:spcPts val="0"/>
              </a:spcAft>
              <a:buSzPts val="1200"/>
              <a:buFont typeface="Manrope"/>
              <a:buChar char="■"/>
              <a:defRPr/>
            </a:lvl3pPr>
            <a:lvl4pPr marL="1828800" lvl="3" indent="-304800">
              <a:spcBef>
                <a:spcPts val="0"/>
              </a:spcBef>
              <a:spcAft>
                <a:spcPts val="0"/>
              </a:spcAft>
              <a:buSzPts val="1200"/>
              <a:buFont typeface="Manrope"/>
              <a:buChar char="●"/>
              <a:defRPr/>
            </a:lvl4pPr>
            <a:lvl5pPr marL="2286000" lvl="4" indent="-304800">
              <a:spcBef>
                <a:spcPts val="0"/>
              </a:spcBef>
              <a:spcAft>
                <a:spcPts val="0"/>
              </a:spcAft>
              <a:buSzPts val="1200"/>
              <a:buFont typeface="Manrope"/>
              <a:buChar char="○"/>
              <a:defRPr/>
            </a:lvl5pPr>
            <a:lvl6pPr marL="2743200" lvl="5" indent="-304800">
              <a:spcBef>
                <a:spcPts val="0"/>
              </a:spcBef>
              <a:spcAft>
                <a:spcPts val="0"/>
              </a:spcAft>
              <a:buSzPts val="1200"/>
              <a:buFont typeface="Manrope"/>
              <a:buChar char="■"/>
              <a:defRPr/>
            </a:lvl6pPr>
            <a:lvl7pPr marL="3200400" lvl="6" indent="-304800">
              <a:spcBef>
                <a:spcPts val="0"/>
              </a:spcBef>
              <a:spcAft>
                <a:spcPts val="0"/>
              </a:spcAft>
              <a:buSzPts val="1200"/>
              <a:buFont typeface="Manrope"/>
              <a:buChar char="●"/>
              <a:defRPr/>
            </a:lvl7pPr>
            <a:lvl8pPr marL="3657600" lvl="7" indent="-304800">
              <a:spcBef>
                <a:spcPts val="0"/>
              </a:spcBef>
              <a:spcAft>
                <a:spcPts val="0"/>
              </a:spcAft>
              <a:buSzPts val="1200"/>
              <a:buFont typeface="Manrope"/>
              <a:buChar char="○"/>
              <a:defRPr/>
            </a:lvl8pPr>
            <a:lvl9pPr marL="4114800" lvl="8" indent="-304800">
              <a:spcBef>
                <a:spcPts val="0"/>
              </a:spcBef>
              <a:spcAft>
                <a:spcPts val="0"/>
              </a:spcAft>
              <a:buSzPts val="1200"/>
              <a:buFont typeface="Manrope"/>
              <a:buChar char="■"/>
              <a:defRPr/>
            </a:lvl9pPr>
          </a:lstStyle>
          <a:p>
            <a:endParaRPr/>
          </a:p>
        </p:txBody>
      </p:sp>
      <p:cxnSp>
        <p:nvCxnSpPr>
          <p:cNvPr id="601" name="Google Shape;601;p17"/>
          <p:cNvCxnSpPr/>
          <p:nvPr/>
        </p:nvCxnSpPr>
        <p:spPr>
          <a:xfrm>
            <a:off x="0" y="28463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2" name="Google Shape;602;p17"/>
          <p:cNvCxnSpPr/>
          <p:nvPr/>
        </p:nvCxnSpPr>
        <p:spPr>
          <a:xfrm>
            <a:off x="0" y="30749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3" name="Google Shape;603;p17"/>
          <p:cNvCxnSpPr/>
          <p:nvPr/>
        </p:nvCxnSpPr>
        <p:spPr>
          <a:xfrm>
            <a:off x="0" y="33035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4" name="Google Shape;604;p17"/>
          <p:cNvCxnSpPr/>
          <p:nvPr/>
        </p:nvCxnSpPr>
        <p:spPr>
          <a:xfrm>
            <a:off x="0" y="35321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5" name="Google Shape;605;p17"/>
          <p:cNvCxnSpPr/>
          <p:nvPr/>
        </p:nvCxnSpPr>
        <p:spPr>
          <a:xfrm>
            <a:off x="0" y="37607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6" name="Google Shape;606;p17"/>
          <p:cNvCxnSpPr/>
          <p:nvPr/>
        </p:nvCxnSpPr>
        <p:spPr>
          <a:xfrm>
            <a:off x="0" y="39893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7" name="Google Shape;607;p17"/>
          <p:cNvCxnSpPr/>
          <p:nvPr/>
        </p:nvCxnSpPr>
        <p:spPr>
          <a:xfrm>
            <a:off x="0" y="42179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8" name="Google Shape;608;p17"/>
          <p:cNvCxnSpPr/>
          <p:nvPr/>
        </p:nvCxnSpPr>
        <p:spPr>
          <a:xfrm>
            <a:off x="0" y="44465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09" name="Google Shape;609;p17"/>
          <p:cNvCxnSpPr/>
          <p:nvPr/>
        </p:nvCxnSpPr>
        <p:spPr>
          <a:xfrm>
            <a:off x="0" y="46751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10" name="Google Shape;610;p17"/>
          <p:cNvCxnSpPr/>
          <p:nvPr/>
        </p:nvCxnSpPr>
        <p:spPr>
          <a:xfrm>
            <a:off x="0" y="4903700"/>
            <a:ext cx="9144000" cy="0"/>
          </a:xfrm>
          <a:prstGeom prst="straightConnector1">
            <a:avLst/>
          </a:prstGeom>
          <a:noFill/>
          <a:ln w="9525" cap="flat" cmpd="sng">
            <a:solidFill>
              <a:schemeClr val="accent5"/>
            </a:solidFill>
            <a:prstDash val="solid"/>
            <a:round/>
            <a:headEnd type="none" w="sm" len="sm"/>
            <a:tailEnd type="none" w="sm" len="sm"/>
          </a:ln>
        </p:spPr>
      </p:cxnSp>
      <p:cxnSp>
        <p:nvCxnSpPr>
          <p:cNvPr id="611" name="Google Shape;611;p17"/>
          <p:cNvCxnSpPr/>
          <p:nvPr/>
        </p:nvCxnSpPr>
        <p:spPr>
          <a:xfrm>
            <a:off x="0" y="939481"/>
            <a:ext cx="9144000" cy="0"/>
          </a:xfrm>
          <a:prstGeom prst="straightConnector1">
            <a:avLst/>
          </a:prstGeom>
          <a:noFill/>
          <a:ln w="9525" cap="flat" cmpd="sng">
            <a:solidFill>
              <a:schemeClr val="accent5"/>
            </a:solidFill>
            <a:prstDash val="solid"/>
            <a:round/>
            <a:headEnd type="none" w="sm" len="sm"/>
            <a:tailEnd type="none" w="sm" len="sm"/>
          </a:ln>
        </p:spPr>
      </p:cxnSp>
      <p:sp>
        <p:nvSpPr>
          <p:cNvPr id="612" name="Google Shape;612;p17"/>
          <p:cNvSpPr txBox="1">
            <a:spLocks noGrp="1"/>
          </p:cNvSpPr>
          <p:nvPr>
            <p:ph type="title"/>
          </p:nvPr>
        </p:nvSpPr>
        <p:spPr>
          <a:xfrm>
            <a:off x="509725" y="525800"/>
            <a:ext cx="4785900" cy="6009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4100"/>
              <a:buNone/>
              <a:defRPr b="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613" name="Google Shape;613;p17"/>
          <p:cNvSpPr txBox="1">
            <a:spLocks noGrp="1"/>
          </p:cNvSpPr>
          <p:nvPr>
            <p:ph type="subTitle" idx="2"/>
          </p:nvPr>
        </p:nvSpPr>
        <p:spPr>
          <a:xfrm rot="-182546">
            <a:off x="5376031" y="2587214"/>
            <a:ext cx="3108782" cy="501711"/>
          </a:xfrm>
          <a:prstGeom prst="rect">
            <a:avLst/>
          </a:prstGeom>
        </p:spPr>
        <p:txBody>
          <a:bodyPr spcFirstLastPara="1" wrap="square" lIns="182875" tIns="91425" rIns="91425" bIns="91425" anchor="t" anchorCtr="0">
            <a:noAutofit/>
          </a:bodyPr>
          <a:lstStyle>
            <a:lvl1pPr lvl="0">
              <a:lnSpc>
                <a:spcPct val="100000"/>
              </a:lnSpc>
              <a:spcBef>
                <a:spcPts val="0"/>
              </a:spcBef>
              <a:spcAft>
                <a:spcPts val="0"/>
              </a:spcAft>
              <a:buSzPts val="12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4" name="Google Shape;614;p17"/>
          <p:cNvSpPr txBox="1">
            <a:spLocks noGrp="1"/>
          </p:cNvSpPr>
          <p:nvPr>
            <p:ph type="subTitle" idx="3"/>
          </p:nvPr>
        </p:nvSpPr>
        <p:spPr>
          <a:xfrm rot="-182643">
            <a:off x="5853959" y="3074975"/>
            <a:ext cx="2977201" cy="1813059"/>
          </a:xfrm>
          <a:prstGeom prst="rect">
            <a:avLst/>
          </a:prstGeom>
        </p:spPr>
        <p:txBody>
          <a:bodyPr spcFirstLastPara="1" wrap="square" lIns="182875" tIns="182875" rIns="91425" bIns="91425" anchor="t" anchorCtr="0">
            <a:noAutofit/>
          </a:bodyPr>
          <a:lstStyle>
            <a:lvl1pPr lvl="0">
              <a:lnSpc>
                <a:spcPct val="100000"/>
              </a:lnSpc>
              <a:spcBef>
                <a:spcPts val="0"/>
              </a:spcBef>
              <a:spcAft>
                <a:spcPts val="0"/>
              </a:spcAft>
              <a:buSzPts val="12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6 Notes">
  <p:cSld name="CUSTOM_1_1_2_1">
    <p:spTree>
      <p:nvGrpSpPr>
        <p:cNvPr id="1" name="Shape 615"/>
        <p:cNvGrpSpPr/>
        <p:nvPr/>
      </p:nvGrpSpPr>
      <p:grpSpPr>
        <a:xfrm>
          <a:off x="0" y="0"/>
          <a:ext cx="0" cy="0"/>
          <a:chOff x="0" y="0"/>
          <a:chExt cx="0" cy="0"/>
        </a:xfrm>
      </p:grpSpPr>
      <p:sp>
        <p:nvSpPr>
          <p:cNvPr id="616" name="Google Shape;616;p18"/>
          <p:cNvSpPr txBox="1">
            <a:spLocks noGrp="1"/>
          </p:cNvSpPr>
          <p:nvPr>
            <p:ph type="subTitle" idx="1"/>
          </p:nvPr>
        </p:nvSpPr>
        <p:spPr>
          <a:xfrm>
            <a:off x="2677850" y="665250"/>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800"/>
              <a:buFont typeface="Arial"/>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7" name="Google Shape;617;p18"/>
          <p:cNvSpPr txBox="1">
            <a:spLocks noGrp="1"/>
          </p:cNvSpPr>
          <p:nvPr>
            <p:ph type="title"/>
          </p:nvPr>
        </p:nvSpPr>
        <p:spPr>
          <a:xfrm>
            <a:off x="5278050" y="277788"/>
            <a:ext cx="1032000" cy="292200"/>
          </a:xfrm>
          <a:prstGeom prst="rect">
            <a:avLst/>
          </a:prstGeom>
          <a:solidFill>
            <a:schemeClr val="dk2"/>
          </a:solidFill>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618" name="Google Shape;618;p18"/>
          <p:cNvSpPr txBox="1">
            <a:spLocks noGrp="1"/>
          </p:cNvSpPr>
          <p:nvPr>
            <p:ph type="title" idx="2"/>
          </p:nvPr>
        </p:nvSpPr>
        <p:spPr>
          <a:xfrm>
            <a:off x="7518350" y="277788"/>
            <a:ext cx="1032000" cy="292200"/>
          </a:xfrm>
          <a:prstGeom prst="rect">
            <a:avLst/>
          </a:prstGeom>
          <a:solidFill>
            <a:schemeClr val="dk2"/>
          </a:solidFill>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b="1"/>
            </a:lvl2pPr>
            <a:lvl3pPr lvl="2">
              <a:spcBef>
                <a:spcPts val="0"/>
              </a:spcBef>
              <a:spcAft>
                <a:spcPts val="0"/>
              </a:spcAft>
              <a:buClr>
                <a:schemeClr val="lt1"/>
              </a:buClr>
              <a:buSzPts val="1400"/>
              <a:buNone/>
              <a:defRPr b="1"/>
            </a:lvl3pPr>
            <a:lvl4pPr lvl="3">
              <a:spcBef>
                <a:spcPts val="0"/>
              </a:spcBef>
              <a:spcAft>
                <a:spcPts val="0"/>
              </a:spcAft>
              <a:buClr>
                <a:schemeClr val="lt1"/>
              </a:buClr>
              <a:buSzPts val="1400"/>
              <a:buNone/>
              <a:defRPr b="1"/>
            </a:lvl4pPr>
            <a:lvl5pPr lvl="4">
              <a:spcBef>
                <a:spcPts val="0"/>
              </a:spcBef>
              <a:spcAft>
                <a:spcPts val="0"/>
              </a:spcAft>
              <a:buClr>
                <a:schemeClr val="lt1"/>
              </a:buClr>
              <a:buSzPts val="1400"/>
              <a:buNone/>
              <a:defRPr b="1"/>
            </a:lvl5pPr>
            <a:lvl6pPr lvl="5">
              <a:spcBef>
                <a:spcPts val="0"/>
              </a:spcBef>
              <a:spcAft>
                <a:spcPts val="0"/>
              </a:spcAft>
              <a:buClr>
                <a:schemeClr val="lt1"/>
              </a:buClr>
              <a:buSzPts val="1400"/>
              <a:buNone/>
              <a:defRPr b="1"/>
            </a:lvl6pPr>
            <a:lvl7pPr lvl="6">
              <a:spcBef>
                <a:spcPts val="0"/>
              </a:spcBef>
              <a:spcAft>
                <a:spcPts val="0"/>
              </a:spcAft>
              <a:buClr>
                <a:schemeClr val="lt1"/>
              </a:buClr>
              <a:buSzPts val="1400"/>
              <a:buNone/>
              <a:defRPr b="1"/>
            </a:lvl7pPr>
            <a:lvl8pPr lvl="7">
              <a:spcBef>
                <a:spcPts val="0"/>
              </a:spcBef>
              <a:spcAft>
                <a:spcPts val="0"/>
              </a:spcAft>
              <a:buClr>
                <a:schemeClr val="lt1"/>
              </a:buClr>
              <a:buSzPts val="1400"/>
              <a:buNone/>
              <a:defRPr b="1"/>
            </a:lvl8pPr>
            <a:lvl9pPr lvl="8">
              <a:spcBef>
                <a:spcPts val="0"/>
              </a:spcBef>
              <a:spcAft>
                <a:spcPts val="0"/>
              </a:spcAft>
              <a:buClr>
                <a:schemeClr val="lt1"/>
              </a:buClr>
              <a:buSzPts val="1400"/>
              <a:buNone/>
              <a:defRPr b="1"/>
            </a:lvl9pPr>
          </a:lstStyle>
          <a:p>
            <a:endParaRPr/>
          </a:p>
        </p:txBody>
      </p:sp>
      <p:sp>
        <p:nvSpPr>
          <p:cNvPr id="619" name="Google Shape;619;p18"/>
          <p:cNvSpPr txBox="1">
            <a:spLocks noGrp="1"/>
          </p:cNvSpPr>
          <p:nvPr>
            <p:ph type="title" idx="3"/>
          </p:nvPr>
        </p:nvSpPr>
        <p:spPr>
          <a:xfrm>
            <a:off x="3045175" y="2827013"/>
            <a:ext cx="1032000" cy="292200"/>
          </a:xfrm>
          <a:prstGeom prst="rect">
            <a:avLst/>
          </a:prstGeom>
          <a:solidFill>
            <a:schemeClr val="dk2"/>
          </a:solidFill>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b="1"/>
            </a:lvl2pPr>
            <a:lvl3pPr lvl="2">
              <a:spcBef>
                <a:spcPts val="0"/>
              </a:spcBef>
              <a:spcAft>
                <a:spcPts val="0"/>
              </a:spcAft>
              <a:buClr>
                <a:schemeClr val="lt1"/>
              </a:buClr>
              <a:buSzPts val="1400"/>
              <a:buNone/>
              <a:defRPr b="1"/>
            </a:lvl3pPr>
            <a:lvl4pPr lvl="3">
              <a:spcBef>
                <a:spcPts val="0"/>
              </a:spcBef>
              <a:spcAft>
                <a:spcPts val="0"/>
              </a:spcAft>
              <a:buClr>
                <a:schemeClr val="lt1"/>
              </a:buClr>
              <a:buSzPts val="1400"/>
              <a:buNone/>
              <a:defRPr b="1"/>
            </a:lvl4pPr>
            <a:lvl5pPr lvl="4">
              <a:spcBef>
                <a:spcPts val="0"/>
              </a:spcBef>
              <a:spcAft>
                <a:spcPts val="0"/>
              </a:spcAft>
              <a:buClr>
                <a:schemeClr val="lt1"/>
              </a:buClr>
              <a:buSzPts val="1400"/>
              <a:buNone/>
              <a:defRPr b="1"/>
            </a:lvl5pPr>
            <a:lvl6pPr lvl="5">
              <a:spcBef>
                <a:spcPts val="0"/>
              </a:spcBef>
              <a:spcAft>
                <a:spcPts val="0"/>
              </a:spcAft>
              <a:buClr>
                <a:schemeClr val="lt1"/>
              </a:buClr>
              <a:buSzPts val="1400"/>
              <a:buNone/>
              <a:defRPr b="1"/>
            </a:lvl6pPr>
            <a:lvl7pPr lvl="6">
              <a:spcBef>
                <a:spcPts val="0"/>
              </a:spcBef>
              <a:spcAft>
                <a:spcPts val="0"/>
              </a:spcAft>
              <a:buClr>
                <a:schemeClr val="lt1"/>
              </a:buClr>
              <a:buSzPts val="1400"/>
              <a:buNone/>
              <a:defRPr b="1"/>
            </a:lvl7pPr>
            <a:lvl8pPr lvl="7">
              <a:spcBef>
                <a:spcPts val="0"/>
              </a:spcBef>
              <a:spcAft>
                <a:spcPts val="0"/>
              </a:spcAft>
              <a:buClr>
                <a:schemeClr val="lt1"/>
              </a:buClr>
              <a:buSzPts val="1400"/>
              <a:buNone/>
              <a:defRPr b="1"/>
            </a:lvl8pPr>
            <a:lvl9pPr lvl="8">
              <a:spcBef>
                <a:spcPts val="0"/>
              </a:spcBef>
              <a:spcAft>
                <a:spcPts val="0"/>
              </a:spcAft>
              <a:buClr>
                <a:schemeClr val="lt1"/>
              </a:buClr>
              <a:buSzPts val="1400"/>
              <a:buNone/>
              <a:defRPr b="1"/>
            </a:lvl9pPr>
          </a:lstStyle>
          <a:p>
            <a:endParaRPr/>
          </a:p>
        </p:txBody>
      </p:sp>
      <p:sp>
        <p:nvSpPr>
          <p:cNvPr id="620" name="Google Shape;620;p18"/>
          <p:cNvSpPr txBox="1">
            <a:spLocks noGrp="1"/>
          </p:cNvSpPr>
          <p:nvPr>
            <p:ph type="title" idx="4"/>
          </p:nvPr>
        </p:nvSpPr>
        <p:spPr>
          <a:xfrm>
            <a:off x="5270625" y="2827013"/>
            <a:ext cx="1032000" cy="292200"/>
          </a:xfrm>
          <a:prstGeom prst="rect">
            <a:avLst/>
          </a:prstGeom>
          <a:solidFill>
            <a:schemeClr val="dk2"/>
          </a:solidFill>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b="1"/>
            </a:lvl2pPr>
            <a:lvl3pPr lvl="2">
              <a:spcBef>
                <a:spcPts val="0"/>
              </a:spcBef>
              <a:spcAft>
                <a:spcPts val="0"/>
              </a:spcAft>
              <a:buClr>
                <a:schemeClr val="lt1"/>
              </a:buClr>
              <a:buSzPts val="1400"/>
              <a:buNone/>
              <a:defRPr b="1"/>
            </a:lvl3pPr>
            <a:lvl4pPr lvl="3">
              <a:spcBef>
                <a:spcPts val="0"/>
              </a:spcBef>
              <a:spcAft>
                <a:spcPts val="0"/>
              </a:spcAft>
              <a:buClr>
                <a:schemeClr val="lt1"/>
              </a:buClr>
              <a:buSzPts val="1400"/>
              <a:buNone/>
              <a:defRPr b="1"/>
            </a:lvl4pPr>
            <a:lvl5pPr lvl="4">
              <a:spcBef>
                <a:spcPts val="0"/>
              </a:spcBef>
              <a:spcAft>
                <a:spcPts val="0"/>
              </a:spcAft>
              <a:buClr>
                <a:schemeClr val="lt1"/>
              </a:buClr>
              <a:buSzPts val="1400"/>
              <a:buNone/>
              <a:defRPr b="1"/>
            </a:lvl5pPr>
            <a:lvl6pPr lvl="5">
              <a:spcBef>
                <a:spcPts val="0"/>
              </a:spcBef>
              <a:spcAft>
                <a:spcPts val="0"/>
              </a:spcAft>
              <a:buClr>
                <a:schemeClr val="lt1"/>
              </a:buClr>
              <a:buSzPts val="1400"/>
              <a:buNone/>
              <a:defRPr b="1"/>
            </a:lvl6pPr>
            <a:lvl7pPr lvl="6">
              <a:spcBef>
                <a:spcPts val="0"/>
              </a:spcBef>
              <a:spcAft>
                <a:spcPts val="0"/>
              </a:spcAft>
              <a:buClr>
                <a:schemeClr val="lt1"/>
              </a:buClr>
              <a:buSzPts val="1400"/>
              <a:buNone/>
              <a:defRPr b="1"/>
            </a:lvl7pPr>
            <a:lvl8pPr lvl="7">
              <a:spcBef>
                <a:spcPts val="0"/>
              </a:spcBef>
              <a:spcAft>
                <a:spcPts val="0"/>
              </a:spcAft>
              <a:buClr>
                <a:schemeClr val="lt1"/>
              </a:buClr>
              <a:buSzPts val="1400"/>
              <a:buNone/>
              <a:defRPr b="1"/>
            </a:lvl8pPr>
            <a:lvl9pPr lvl="8">
              <a:spcBef>
                <a:spcPts val="0"/>
              </a:spcBef>
              <a:spcAft>
                <a:spcPts val="0"/>
              </a:spcAft>
              <a:buClr>
                <a:schemeClr val="lt1"/>
              </a:buClr>
              <a:buSzPts val="1400"/>
              <a:buNone/>
              <a:defRPr b="1"/>
            </a:lvl9pPr>
          </a:lstStyle>
          <a:p>
            <a:endParaRPr/>
          </a:p>
        </p:txBody>
      </p:sp>
      <p:sp>
        <p:nvSpPr>
          <p:cNvPr id="621" name="Google Shape;621;p18"/>
          <p:cNvSpPr txBox="1">
            <a:spLocks noGrp="1"/>
          </p:cNvSpPr>
          <p:nvPr>
            <p:ph type="title" idx="5"/>
          </p:nvPr>
        </p:nvSpPr>
        <p:spPr>
          <a:xfrm>
            <a:off x="7510925" y="2827013"/>
            <a:ext cx="1032000" cy="292200"/>
          </a:xfrm>
          <a:prstGeom prst="rect">
            <a:avLst/>
          </a:prstGeom>
          <a:solidFill>
            <a:schemeClr val="dk2"/>
          </a:solidFill>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b="1"/>
            </a:lvl2pPr>
            <a:lvl3pPr lvl="2">
              <a:spcBef>
                <a:spcPts val="0"/>
              </a:spcBef>
              <a:spcAft>
                <a:spcPts val="0"/>
              </a:spcAft>
              <a:buClr>
                <a:schemeClr val="lt1"/>
              </a:buClr>
              <a:buSzPts val="1400"/>
              <a:buNone/>
              <a:defRPr b="1"/>
            </a:lvl3pPr>
            <a:lvl4pPr lvl="3">
              <a:spcBef>
                <a:spcPts val="0"/>
              </a:spcBef>
              <a:spcAft>
                <a:spcPts val="0"/>
              </a:spcAft>
              <a:buClr>
                <a:schemeClr val="lt1"/>
              </a:buClr>
              <a:buSzPts val="1400"/>
              <a:buNone/>
              <a:defRPr b="1"/>
            </a:lvl4pPr>
            <a:lvl5pPr lvl="4">
              <a:spcBef>
                <a:spcPts val="0"/>
              </a:spcBef>
              <a:spcAft>
                <a:spcPts val="0"/>
              </a:spcAft>
              <a:buClr>
                <a:schemeClr val="lt1"/>
              </a:buClr>
              <a:buSzPts val="1400"/>
              <a:buNone/>
              <a:defRPr b="1"/>
            </a:lvl5pPr>
            <a:lvl6pPr lvl="5">
              <a:spcBef>
                <a:spcPts val="0"/>
              </a:spcBef>
              <a:spcAft>
                <a:spcPts val="0"/>
              </a:spcAft>
              <a:buClr>
                <a:schemeClr val="lt1"/>
              </a:buClr>
              <a:buSzPts val="1400"/>
              <a:buNone/>
              <a:defRPr b="1"/>
            </a:lvl6pPr>
            <a:lvl7pPr lvl="6">
              <a:spcBef>
                <a:spcPts val="0"/>
              </a:spcBef>
              <a:spcAft>
                <a:spcPts val="0"/>
              </a:spcAft>
              <a:buClr>
                <a:schemeClr val="lt1"/>
              </a:buClr>
              <a:buSzPts val="1400"/>
              <a:buNone/>
              <a:defRPr b="1"/>
            </a:lvl7pPr>
            <a:lvl8pPr lvl="7">
              <a:spcBef>
                <a:spcPts val="0"/>
              </a:spcBef>
              <a:spcAft>
                <a:spcPts val="0"/>
              </a:spcAft>
              <a:buClr>
                <a:schemeClr val="lt1"/>
              </a:buClr>
              <a:buSzPts val="1400"/>
              <a:buNone/>
              <a:defRPr b="1"/>
            </a:lvl8pPr>
            <a:lvl9pPr lvl="8">
              <a:spcBef>
                <a:spcPts val="0"/>
              </a:spcBef>
              <a:spcAft>
                <a:spcPts val="0"/>
              </a:spcAft>
              <a:buClr>
                <a:schemeClr val="lt1"/>
              </a:buClr>
              <a:buSzPts val="1400"/>
              <a:buNone/>
              <a:defRPr b="1"/>
            </a:lvl9pPr>
          </a:lstStyle>
          <a:p>
            <a:endParaRPr/>
          </a:p>
        </p:txBody>
      </p:sp>
      <p:sp>
        <p:nvSpPr>
          <p:cNvPr id="622" name="Google Shape;622;p18"/>
          <p:cNvSpPr txBox="1">
            <a:spLocks noGrp="1"/>
          </p:cNvSpPr>
          <p:nvPr>
            <p:ph type="title" idx="6"/>
          </p:nvPr>
        </p:nvSpPr>
        <p:spPr>
          <a:xfrm>
            <a:off x="521275" y="525800"/>
            <a:ext cx="1897500" cy="1430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4100"/>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3" name="Google Shape;623;p18"/>
          <p:cNvSpPr/>
          <p:nvPr/>
        </p:nvSpPr>
        <p:spPr>
          <a:xfrm>
            <a:off x="673550" y="3164224"/>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624" name="Google Shape;624;p18"/>
          <p:cNvSpPr/>
          <p:nvPr/>
        </p:nvSpPr>
        <p:spPr>
          <a:xfrm>
            <a:off x="673550" y="3413020"/>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625" name="Google Shape;625;p18"/>
          <p:cNvSpPr/>
          <p:nvPr/>
        </p:nvSpPr>
        <p:spPr>
          <a:xfrm>
            <a:off x="673550" y="3661816"/>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626" name="Google Shape;626;p18"/>
          <p:cNvSpPr/>
          <p:nvPr/>
        </p:nvSpPr>
        <p:spPr>
          <a:xfrm>
            <a:off x="673550" y="3910626"/>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627" name="Google Shape;627;p18"/>
          <p:cNvSpPr/>
          <p:nvPr/>
        </p:nvSpPr>
        <p:spPr>
          <a:xfrm>
            <a:off x="673550" y="4159422"/>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sp>
        <p:nvSpPr>
          <p:cNvPr id="628" name="Google Shape;628;p18"/>
          <p:cNvSpPr/>
          <p:nvPr/>
        </p:nvSpPr>
        <p:spPr>
          <a:xfrm>
            <a:off x="673550" y="4408217"/>
            <a:ext cx="132600" cy="132600"/>
          </a:xfrm>
          <a:prstGeom prst="rect">
            <a:avLst/>
          </a:prstGeom>
          <a:no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Manrope"/>
              <a:ea typeface="Manrope"/>
              <a:cs typeface="Manrope"/>
              <a:sym typeface="Manrope"/>
            </a:endParaRPr>
          </a:p>
        </p:txBody>
      </p:sp>
      <p:grpSp>
        <p:nvGrpSpPr>
          <p:cNvPr id="629" name="Google Shape;629;p18"/>
          <p:cNvGrpSpPr/>
          <p:nvPr/>
        </p:nvGrpSpPr>
        <p:grpSpPr>
          <a:xfrm>
            <a:off x="666102" y="3359600"/>
            <a:ext cx="1540800" cy="1232286"/>
            <a:chOff x="666102" y="3359600"/>
            <a:chExt cx="1540800" cy="1232286"/>
          </a:xfrm>
        </p:grpSpPr>
        <p:cxnSp>
          <p:nvCxnSpPr>
            <p:cNvPr id="630" name="Google Shape;630;p18"/>
            <p:cNvCxnSpPr/>
            <p:nvPr/>
          </p:nvCxnSpPr>
          <p:spPr>
            <a:xfrm>
              <a:off x="666102" y="3359600"/>
              <a:ext cx="1540800" cy="0"/>
            </a:xfrm>
            <a:prstGeom prst="straightConnector1">
              <a:avLst/>
            </a:prstGeom>
            <a:noFill/>
            <a:ln w="9525" cap="flat" cmpd="sng">
              <a:solidFill>
                <a:schemeClr val="accent5"/>
              </a:solidFill>
              <a:prstDash val="solid"/>
              <a:round/>
              <a:headEnd type="none" w="sm" len="sm"/>
              <a:tailEnd type="none" w="sm" len="sm"/>
            </a:ln>
          </p:spPr>
        </p:cxnSp>
        <p:cxnSp>
          <p:nvCxnSpPr>
            <p:cNvPr id="631" name="Google Shape;631;p18"/>
            <p:cNvCxnSpPr/>
            <p:nvPr/>
          </p:nvCxnSpPr>
          <p:spPr>
            <a:xfrm>
              <a:off x="666102" y="3603081"/>
              <a:ext cx="1540800" cy="0"/>
            </a:xfrm>
            <a:prstGeom prst="straightConnector1">
              <a:avLst/>
            </a:prstGeom>
            <a:noFill/>
            <a:ln w="9525" cap="flat" cmpd="sng">
              <a:solidFill>
                <a:schemeClr val="accent5"/>
              </a:solidFill>
              <a:prstDash val="solid"/>
              <a:round/>
              <a:headEnd type="none" w="sm" len="sm"/>
              <a:tailEnd type="none" w="sm" len="sm"/>
            </a:ln>
          </p:spPr>
        </p:cxnSp>
        <p:cxnSp>
          <p:nvCxnSpPr>
            <p:cNvPr id="632" name="Google Shape;632;p18"/>
            <p:cNvCxnSpPr/>
            <p:nvPr/>
          </p:nvCxnSpPr>
          <p:spPr>
            <a:xfrm>
              <a:off x="666102" y="3846561"/>
              <a:ext cx="1540800" cy="0"/>
            </a:xfrm>
            <a:prstGeom prst="straightConnector1">
              <a:avLst/>
            </a:prstGeom>
            <a:noFill/>
            <a:ln w="9525" cap="flat" cmpd="sng">
              <a:solidFill>
                <a:schemeClr val="accent5"/>
              </a:solidFill>
              <a:prstDash val="solid"/>
              <a:round/>
              <a:headEnd type="none" w="sm" len="sm"/>
              <a:tailEnd type="none" w="sm" len="sm"/>
            </a:ln>
          </p:spPr>
        </p:cxnSp>
        <p:cxnSp>
          <p:nvCxnSpPr>
            <p:cNvPr id="633" name="Google Shape;633;p18"/>
            <p:cNvCxnSpPr/>
            <p:nvPr/>
          </p:nvCxnSpPr>
          <p:spPr>
            <a:xfrm>
              <a:off x="666102" y="4090042"/>
              <a:ext cx="1540800" cy="0"/>
            </a:xfrm>
            <a:prstGeom prst="straightConnector1">
              <a:avLst/>
            </a:prstGeom>
            <a:noFill/>
            <a:ln w="9525" cap="flat" cmpd="sng">
              <a:solidFill>
                <a:schemeClr val="accent5"/>
              </a:solidFill>
              <a:prstDash val="solid"/>
              <a:round/>
              <a:headEnd type="none" w="sm" len="sm"/>
              <a:tailEnd type="none" w="sm" len="sm"/>
            </a:ln>
          </p:spPr>
        </p:cxnSp>
        <p:cxnSp>
          <p:nvCxnSpPr>
            <p:cNvPr id="634" name="Google Shape;634;p18"/>
            <p:cNvCxnSpPr/>
            <p:nvPr/>
          </p:nvCxnSpPr>
          <p:spPr>
            <a:xfrm>
              <a:off x="666102" y="4340963"/>
              <a:ext cx="1540800" cy="0"/>
            </a:xfrm>
            <a:prstGeom prst="straightConnector1">
              <a:avLst/>
            </a:prstGeom>
            <a:noFill/>
            <a:ln w="9525" cap="flat" cmpd="sng">
              <a:solidFill>
                <a:schemeClr val="accent5"/>
              </a:solidFill>
              <a:prstDash val="solid"/>
              <a:round/>
              <a:headEnd type="none" w="sm" len="sm"/>
              <a:tailEnd type="none" w="sm" len="sm"/>
            </a:ln>
          </p:spPr>
        </p:cxnSp>
        <p:cxnSp>
          <p:nvCxnSpPr>
            <p:cNvPr id="635" name="Google Shape;635;p18"/>
            <p:cNvCxnSpPr/>
            <p:nvPr/>
          </p:nvCxnSpPr>
          <p:spPr>
            <a:xfrm>
              <a:off x="666102" y="4591886"/>
              <a:ext cx="1540800" cy="0"/>
            </a:xfrm>
            <a:prstGeom prst="straightConnector1">
              <a:avLst/>
            </a:prstGeom>
            <a:noFill/>
            <a:ln w="9525" cap="flat" cmpd="sng">
              <a:solidFill>
                <a:schemeClr val="accent5"/>
              </a:solidFill>
              <a:prstDash val="solid"/>
              <a:round/>
              <a:headEnd type="none" w="sm" len="sm"/>
              <a:tailEnd type="none" w="sm" len="sm"/>
            </a:ln>
          </p:spPr>
        </p:cxnSp>
      </p:grpSp>
      <p:cxnSp>
        <p:nvCxnSpPr>
          <p:cNvPr id="636" name="Google Shape;636;p18"/>
          <p:cNvCxnSpPr/>
          <p:nvPr/>
        </p:nvCxnSpPr>
        <p:spPr>
          <a:xfrm>
            <a:off x="392950" y="-20266"/>
            <a:ext cx="0" cy="5165700"/>
          </a:xfrm>
          <a:prstGeom prst="straightConnector1">
            <a:avLst/>
          </a:prstGeom>
          <a:noFill/>
          <a:ln w="9525" cap="flat" cmpd="sng">
            <a:solidFill>
              <a:schemeClr val="accent5"/>
            </a:solidFill>
            <a:prstDash val="solid"/>
            <a:round/>
            <a:headEnd type="none" w="sm" len="sm"/>
            <a:tailEnd type="none" w="sm" len="sm"/>
          </a:ln>
        </p:spPr>
      </p:cxnSp>
      <p:grpSp>
        <p:nvGrpSpPr>
          <p:cNvPr id="637" name="Google Shape;637;p18"/>
          <p:cNvGrpSpPr/>
          <p:nvPr/>
        </p:nvGrpSpPr>
        <p:grpSpPr>
          <a:xfrm>
            <a:off x="114406" y="175123"/>
            <a:ext cx="134104" cy="4750255"/>
            <a:chOff x="114406" y="175123"/>
            <a:chExt cx="134104" cy="4750255"/>
          </a:xfrm>
        </p:grpSpPr>
        <p:grpSp>
          <p:nvGrpSpPr>
            <p:cNvPr id="638" name="Google Shape;638;p18"/>
            <p:cNvGrpSpPr/>
            <p:nvPr/>
          </p:nvGrpSpPr>
          <p:grpSpPr>
            <a:xfrm>
              <a:off x="114406" y="175123"/>
              <a:ext cx="134104" cy="4334807"/>
              <a:chOff x="5432271" y="383100"/>
              <a:chExt cx="137854" cy="4456010"/>
            </a:xfrm>
          </p:grpSpPr>
          <p:grpSp>
            <p:nvGrpSpPr>
              <p:cNvPr id="639" name="Google Shape;639;p18"/>
              <p:cNvGrpSpPr/>
              <p:nvPr/>
            </p:nvGrpSpPr>
            <p:grpSpPr>
              <a:xfrm>
                <a:off x="5432271" y="383100"/>
                <a:ext cx="137854" cy="981668"/>
                <a:chOff x="5432271" y="383100"/>
                <a:chExt cx="137854" cy="981668"/>
              </a:xfrm>
            </p:grpSpPr>
            <p:sp>
              <p:nvSpPr>
                <p:cNvPr id="640" name="Google Shape;640;p18"/>
                <p:cNvSpPr/>
                <p:nvPr/>
              </p:nvSpPr>
              <p:spPr>
                <a:xfrm>
                  <a:off x="5433925" y="82211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41" name="Google Shape;641;p18"/>
                <p:cNvSpPr/>
                <p:nvPr/>
              </p:nvSpPr>
              <p:spPr>
                <a:xfrm>
                  <a:off x="5432271" y="383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42" name="Google Shape;642;p18"/>
                <p:cNvSpPr/>
                <p:nvPr/>
              </p:nvSpPr>
              <p:spPr>
                <a:xfrm>
                  <a:off x="5433925" y="1233968"/>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43" name="Google Shape;643;p18"/>
              <p:cNvGrpSpPr/>
              <p:nvPr/>
            </p:nvGrpSpPr>
            <p:grpSpPr>
              <a:xfrm>
                <a:off x="5432271" y="1678500"/>
                <a:ext cx="137854" cy="981668"/>
                <a:chOff x="5432271" y="383100"/>
                <a:chExt cx="137854" cy="981668"/>
              </a:xfrm>
            </p:grpSpPr>
            <p:sp>
              <p:nvSpPr>
                <p:cNvPr id="644" name="Google Shape;644;p18"/>
                <p:cNvSpPr/>
                <p:nvPr/>
              </p:nvSpPr>
              <p:spPr>
                <a:xfrm>
                  <a:off x="5432271" y="383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45" name="Google Shape;645;p18"/>
                <p:cNvSpPr/>
                <p:nvPr/>
              </p:nvSpPr>
              <p:spPr>
                <a:xfrm>
                  <a:off x="5433925" y="82211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46" name="Google Shape;646;p18"/>
                <p:cNvSpPr/>
                <p:nvPr/>
              </p:nvSpPr>
              <p:spPr>
                <a:xfrm>
                  <a:off x="5433925" y="1233968"/>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47" name="Google Shape;647;p18"/>
              <p:cNvGrpSpPr/>
              <p:nvPr/>
            </p:nvGrpSpPr>
            <p:grpSpPr>
              <a:xfrm>
                <a:off x="5432271" y="2973900"/>
                <a:ext cx="137854" cy="981668"/>
                <a:chOff x="5432271" y="383100"/>
                <a:chExt cx="137854" cy="981668"/>
              </a:xfrm>
            </p:grpSpPr>
            <p:sp>
              <p:nvSpPr>
                <p:cNvPr id="648" name="Google Shape;648;p18"/>
                <p:cNvSpPr/>
                <p:nvPr/>
              </p:nvSpPr>
              <p:spPr>
                <a:xfrm>
                  <a:off x="5432271" y="383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49" name="Google Shape;649;p18"/>
                <p:cNvSpPr/>
                <p:nvPr/>
              </p:nvSpPr>
              <p:spPr>
                <a:xfrm>
                  <a:off x="5433925" y="82211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50" name="Google Shape;650;p18"/>
                <p:cNvSpPr/>
                <p:nvPr/>
              </p:nvSpPr>
              <p:spPr>
                <a:xfrm>
                  <a:off x="5433925" y="1233968"/>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51" name="Google Shape;651;p18"/>
              <p:cNvGrpSpPr/>
              <p:nvPr/>
            </p:nvGrpSpPr>
            <p:grpSpPr>
              <a:xfrm>
                <a:off x="5432271" y="4269300"/>
                <a:ext cx="137854" cy="569810"/>
                <a:chOff x="5432271" y="383100"/>
                <a:chExt cx="137854" cy="569810"/>
              </a:xfrm>
            </p:grpSpPr>
            <p:sp>
              <p:nvSpPr>
                <p:cNvPr id="652" name="Google Shape;652;p18"/>
                <p:cNvSpPr/>
                <p:nvPr/>
              </p:nvSpPr>
              <p:spPr>
                <a:xfrm>
                  <a:off x="5432271" y="383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53" name="Google Shape;653;p18"/>
                <p:cNvSpPr/>
                <p:nvPr/>
              </p:nvSpPr>
              <p:spPr>
                <a:xfrm>
                  <a:off x="5433925" y="82211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sp>
          <p:nvSpPr>
            <p:cNvPr id="654" name="Google Shape;654;p18"/>
            <p:cNvSpPr/>
            <p:nvPr/>
          </p:nvSpPr>
          <p:spPr>
            <a:xfrm>
              <a:off x="115150" y="4798178"/>
              <a:ext cx="132600" cy="127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sp>
        <p:nvSpPr>
          <p:cNvPr id="655" name="Google Shape;655;p18"/>
          <p:cNvSpPr txBox="1">
            <a:spLocks noGrp="1"/>
          </p:cNvSpPr>
          <p:nvPr>
            <p:ph type="title" idx="7"/>
          </p:nvPr>
        </p:nvSpPr>
        <p:spPr>
          <a:xfrm rot="-269417">
            <a:off x="593100" y="2197119"/>
            <a:ext cx="1597905" cy="680076"/>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200"/>
              <a:buNone/>
              <a:defRPr sz="1200">
                <a:latin typeface="Manrope"/>
                <a:ea typeface="Manrope"/>
                <a:cs typeface="Manrope"/>
                <a:sym typeface="Manrope"/>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56" name="Google Shape;656;p18"/>
          <p:cNvSpPr txBox="1">
            <a:spLocks noGrp="1"/>
          </p:cNvSpPr>
          <p:nvPr>
            <p:ph type="title" idx="8"/>
          </p:nvPr>
        </p:nvSpPr>
        <p:spPr>
          <a:xfrm>
            <a:off x="3052600" y="277788"/>
            <a:ext cx="1032000" cy="292200"/>
          </a:xfrm>
          <a:prstGeom prst="rect">
            <a:avLst/>
          </a:prstGeom>
          <a:solidFill>
            <a:schemeClr val="dk2"/>
          </a:solidFill>
        </p:spPr>
        <p:txBody>
          <a:bodyPr spcFirstLastPara="1" wrap="square" lIns="91425" tIns="91425" rIns="91425" bIns="91425" anchor="ctr" anchorCtr="0">
            <a:spAutoFit/>
          </a:bodyPr>
          <a:lstStyle>
            <a:lvl1pPr lvl="0" algn="ctr">
              <a:lnSpc>
                <a:spcPct val="100000"/>
              </a:lnSpc>
              <a:spcBef>
                <a:spcPts val="0"/>
              </a:spcBef>
              <a:spcAft>
                <a:spcPts val="0"/>
              </a:spcAft>
              <a:buClr>
                <a:schemeClr val="lt1"/>
              </a:buClr>
              <a:buSzPts val="1200"/>
              <a:buNone/>
              <a:defRPr sz="1200">
                <a:latin typeface="Manrope"/>
                <a:ea typeface="Manrope"/>
                <a:cs typeface="Manrope"/>
                <a:sym typeface="Manrope"/>
              </a:defRPr>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657" name="Google Shape;657;p18"/>
          <p:cNvSpPr txBox="1">
            <a:spLocks noGrp="1"/>
          </p:cNvSpPr>
          <p:nvPr>
            <p:ph type="subTitle" idx="9"/>
          </p:nvPr>
        </p:nvSpPr>
        <p:spPr>
          <a:xfrm>
            <a:off x="4866000" y="665250"/>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8" name="Google Shape;658;p18"/>
          <p:cNvSpPr txBox="1">
            <a:spLocks noGrp="1"/>
          </p:cNvSpPr>
          <p:nvPr>
            <p:ph type="subTitle" idx="13"/>
          </p:nvPr>
        </p:nvSpPr>
        <p:spPr>
          <a:xfrm>
            <a:off x="7085600" y="665250"/>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9" name="Google Shape;659;p18"/>
          <p:cNvSpPr txBox="1">
            <a:spLocks noGrp="1"/>
          </p:cNvSpPr>
          <p:nvPr>
            <p:ph type="subTitle" idx="14"/>
          </p:nvPr>
        </p:nvSpPr>
        <p:spPr>
          <a:xfrm>
            <a:off x="2677850" y="3251325"/>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0" name="Google Shape;660;p18"/>
          <p:cNvSpPr txBox="1">
            <a:spLocks noGrp="1"/>
          </p:cNvSpPr>
          <p:nvPr>
            <p:ph type="subTitle" idx="15"/>
          </p:nvPr>
        </p:nvSpPr>
        <p:spPr>
          <a:xfrm>
            <a:off x="4866000" y="3251325"/>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1" name="Google Shape;661;p18"/>
          <p:cNvSpPr txBox="1">
            <a:spLocks noGrp="1"/>
          </p:cNvSpPr>
          <p:nvPr>
            <p:ph type="subTitle" idx="16"/>
          </p:nvPr>
        </p:nvSpPr>
        <p:spPr>
          <a:xfrm>
            <a:off x="7085600" y="3251325"/>
            <a:ext cx="1897500" cy="7035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None/>
              <a:defRPr sz="1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WOT Analysis">
  <p:cSld name="BLANK_1_1_1_2">
    <p:bg>
      <p:bgPr>
        <a:solidFill>
          <a:schemeClr val="lt2"/>
        </a:solidFill>
        <a:effectLst/>
      </p:bgPr>
    </p:bg>
    <p:spTree>
      <p:nvGrpSpPr>
        <p:cNvPr id="1" name="Shape 662"/>
        <p:cNvGrpSpPr/>
        <p:nvPr/>
      </p:nvGrpSpPr>
      <p:grpSpPr>
        <a:xfrm>
          <a:off x="0" y="0"/>
          <a:ext cx="0" cy="0"/>
          <a:chOff x="0" y="0"/>
          <a:chExt cx="0" cy="0"/>
        </a:xfrm>
      </p:grpSpPr>
      <p:sp>
        <p:nvSpPr>
          <p:cNvPr id="663" name="Google Shape;663;p19"/>
          <p:cNvSpPr/>
          <p:nvPr/>
        </p:nvSpPr>
        <p:spPr>
          <a:xfrm>
            <a:off x="2341800" y="0"/>
            <a:ext cx="68022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64" name="Google Shape;664;p19"/>
          <p:cNvSpPr txBox="1">
            <a:spLocks noGrp="1"/>
          </p:cNvSpPr>
          <p:nvPr>
            <p:ph type="body" idx="1"/>
          </p:nvPr>
        </p:nvSpPr>
        <p:spPr>
          <a:xfrm>
            <a:off x="2802500" y="1001400"/>
            <a:ext cx="2465700" cy="13461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grpSp>
        <p:nvGrpSpPr>
          <p:cNvPr id="665" name="Google Shape;665;p19"/>
          <p:cNvGrpSpPr/>
          <p:nvPr/>
        </p:nvGrpSpPr>
        <p:grpSpPr>
          <a:xfrm rot="5400000">
            <a:off x="6680877" y="-2076119"/>
            <a:ext cx="184470" cy="4334807"/>
            <a:chOff x="5380497" y="383100"/>
            <a:chExt cx="189628" cy="4456010"/>
          </a:xfrm>
        </p:grpSpPr>
        <p:grpSp>
          <p:nvGrpSpPr>
            <p:cNvPr id="666" name="Google Shape;666;p19"/>
            <p:cNvGrpSpPr/>
            <p:nvPr/>
          </p:nvGrpSpPr>
          <p:grpSpPr>
            <a:xfrm>
              <a:off x="5380497" y="383100"/>
              <a:ext cx="189628" cy="981668"/>
              <a:chOff x="5380497" y="383100"/>
              <a:chExt cx="189628" cy="981668"/>
            </a:xfrm>
          </p:grpSpPr>
          <p:grpSp>
            <p:nvGrpSpPr>
              <p:cNvPr id="667" name="Google Shape;667;p19"/>
              <p:cNvGrpSpPr/>
              <p:nvPr/>
            </p:nvGrpSpPr>
            <p:grpSpPr>
              <a:xfrm>
                <a:off x="5380497" y="383100"/>
                <a:ext cx="187974" cy="130800"/>
                <a:chOff x="4804925" y="764100"/>
                <a:chExt cx="187974" cy="130800"/>
              </a:xfrm>
            </p:grpSpPr>
            <p:sp>
              <p:nvSpPr>
                <p:cNvPr id="668" name="Google Shape;668;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69" name="Google Shape;669;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70" name="Google Shape;670;p19"/>
              <p:cNvGrpSpPr/>
              <p:nvPr/>
            </p:nvGrpSpPr>
            <p:grpSpPr>
              <a:xfrm>
                <a:off x="5382151" y="822110"/>
                <a:ext cx="187974" cy="130800"/>
                <a:chOff x="4804925" y="764100"/>
                <a:chExt cx="187974" cy="130800"/>
              </a:xfrm>
            </p:grpSpPr>
            <p:sp>
              <p:nvSpPr>
                <p:cNvPr id="671" name="Google Shape;671;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72" name="Google Shape;672;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73" name="Google Shape;673;p19"/>
              <p:cNvGrpSpPr/>
              <p:nvPr/>
            </p:nvGrpSpPr>
            <p:grpSpPr>
              <a:xfrm>
                <a:off x="5382151" y="1233968"/>
                <a:ext cx="187974" cy="130800"/>
                <a:chOff x="4804925" y="764100"/>
                <a:chExt cx="187974" cy="130800"/>
              </a:xfrm>
            </p:grpSpPr>
            <p:sp>
              <p:nvSpPr>
                <p:cNvPr id="674" name="Google Shape;674;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75" name="Google Shape;675;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676" name="Google Shape;676;p19"/>
            <p:cNvGrpSpPr/>
            <p:nvPr/>
          </p:nvGrpSpPr>
          <p:grpSpPr>
            <a:xfrm>
              <a:off x="5380497" y="1678500"/>
              <a:ext cx="189628" cy="981668"/>
              <a:chOff x="5380497" y="383100"/>
              <a:chExt cx="189628" cy="981668"/>
            </a:xfrm>
          </p:grpSpPr>
          <p:grpSp>
            <p:nvGrpSpPr>
              <p:cNvPr id="677" name="Google Shape;677;p19"/>
              <p:cNvGrpSpPr/>
              <p:nvPr/>
            </p:nvGrpSpPr>
            <p:grpSpPr>
              <a:xfrm>
                <a:off x="5380497" y="383100"/>
                <a:ext cx="187974" cy="130800"/>
                <a:chOff x="4804925" y="764100"/>
                <a:chExt cx="187974" cy="130800"/>
              </a:xfrm>
            </p:grpSpPr>
            <p:sp>
              <p:nvSpPr>
                <p:cNvPr id="678" name="Google Shape;678;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79" name="Google Shape;679;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80" name="Google Shape;680;p19"/>
              <p:cNvGrpSpPr/>
              <p:nvPr/>
            </p:nvGrpSpPr>
            <p:grpSpPr>
              <a:xfrm>
                <a:off x="5382151" y="822110"/>
                <a:ext cx="187974" cy="130800"/>
                <a:chOff x="4804925" y="764100"/>
                <a:chExt cx="187974" cy="130800"/>
              </a:xfrm>
            </p:grpSpPr>
            <p:sp>
              <p:nvSpPr>
                <p:cNvPr id="681" name="Google Shape;681;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82" name="Google Shape;682;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83" name="Google Shape;683;p19"/>
              <p:cNvGrpSpPr/>
              <p:nvPr/>
            </p:nvGrpSpPr>
            <p:grpSpPr>
              <a:xfrm>
                <a:off x="5382151" y="1233968"/>
                <a:ext cx="187974" cy="130800"/>
                <a:chOff x="4804925" y="764100"/>
                <a:chExt cx="187974" cy="130800"/>
              </a:xfrm>
            </p:grpSpPr>
            <p:sp>
              <p:nvSpPr>
                <p:cNvPr id="684" name="Google Shape;684;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85" name="Google Shape;685;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686" name="Google Shape;686;p19"/>
            <p:cNvGrpSpPr/>
            <p:nvPr/>
          </p:nvGrpSpPr>
          <p:grpSpPr>
            <a:xfrm>
              <a:off x="5380497" y="2973900"/>
              <a:ext cx="189628" cy="981668"/>
              <a:chOff x="5380497" y="383100"/>
              <a:chExt cx="189628" cy="981668"/>
            </a:xfrm>
          </p:grpSpPr>
          <p:grpSp>
            <p:nvGrpSpPr>
              <p:cNvPr id="687" name="Google Shape;687;p19"/>
              <p:cNvGrpSpPr/>
              <p:nvPr/>
            </p:nvGrpSpPr>
            <p:grpSpPr>
              <a:xfrm>
                <a:off x="5380497" y="383100"/>
                <a:ext cx="187974" cy="130800"/>
                <a:chOff x="4804925" y="764100"/>
                <a:chExt cx="187974" cy="130800"/>
              </a:xfrm>
            </p:grpSpPr>
            <p:sp>
              <p:nvSpPr>
                <p:cNvPr id="688" name="Google Shape;688;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89" name="Google Shape;689;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90" name="Google Shape;690;p19"/>
              <p:cNvGrpSpPr/>
              <p:nvPr/>
            </p:nvGrpSpPr>
            <p:grpSpPr>
              <a:xfrm>
                <a:off x="5382151" y="822110"/>
                <a:ext cx="187974" cy="130800"/>
                <a:chOff x="4804925" y="764100"/>
                <a:chExt cx="187974" cy="130800"/>
              </a:xfrm>
            </p:grpSpPr>
            <p:sp>
              <p:nvSpPr>
                <p:cNvPr id="691" name="Google Shape;691;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92" name="Google Shape;692;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693" name="Google Shape;693;p19"/>
              <p:cNvGrpSpPr/>
              <p:nvPr/>
            </p:nvGrpSpPr>
            <p:grpSpPr>
              <a:xfrm>
                <a:off x="5382151" y="1233968"/>
                <a:ext cx="187974" cy="130800"/>
                <a:chOff x="4804925" y="764100"/>
                <a:chExt cx="187974" cy="130800"/>
              </a:xfrm>
            </p:grpSpPr>
            <p:sp>
              <p:nvSpPr>
                <p:cNvPr id="694" name="Google Shape;694;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95" name="Google Shape;695;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696" name="Google Shape;696;p19"/>
            <p:cNvGrpSpPr/>
            <p:nvPr/>
          </p:nvGrpSpPr>
          <p:grpSpPr>
            <a:xfrm>
              <a:off x="5380497" y="4269300"/>
              <a:ext cx="189628" cy="569810"/>
              <a:chOff x="5380497" y="383100"/>
              <a:chExt cx="189628" cy="569810"/>
            </a:xfrm>
          </p:grpSpPr>
          <p:grpSp>
            <p:nvGrpSpPr>
              <p:cNvPr id="697" name="Google Shape;697;p19"/>
              <p:cNvGrpSpPr/>
              <p:nvPr/>
            </p:nvGrpSpPr>
            <p:grpSpPr>
              <a:xfrm>
                <a:off x="5380497" y="383100"/>
                <a:ext cx="187974" cy="130800"/>
                <a:chOff x="4804925" y="764100"/>
                <a:chExt cx="187974" cy="130800"/>
              </a:xfrm>
            </p:grpSpPr>
            <p:sp>
              <p:nvSpPr>
                <p:cNvPr id="698" name="Google Shape;698;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699" name="Google Shape;699;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00" name="Google Shape;700;p19"/>
              <p:cNvGrpSpPr/>
              <p:nvPr/>
            </p:nvGrpSpPr>
            <p:grpSpPr>
              <a:xfrm>
                <a:off x="5382151" y="822110"/>
                <a:ext cx="187974" cy="130800"/>
                <a:chOff x="4804925" y="764100"/>
                <a:chExt cx="187974" cy="130800"/>
              </a:xfrm>
            </p:grpSpPr>
            <p:sp>
              <p:nvSpPr>
                <p:cNvPr id="701" name="Google Shape;701;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02" name="Google Shape;702;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grpSp>
        <p:nvGrpSpPr>
          <p:cNvPr id="703" name="Google Shape;703;p19"/>
          <p:cNvGrpSpPr/>
          <p:nvPr/>
        </p:nvGrpSpPr>
        <p:grpSpPr>
          <a:xfrm rot="5400000">
            <a:off x="3292843" y="-815956"/>
            <a:ext cx="184470" cy="1814476"/>
            <a:chOff x="5380497" y="383100"/>
            <a:chExt cx="189628" cy="1865210"/>
          </a:xfrm>
        </p:grpSpPr>
        <p:grpSp>
          <p:nvGrpSpPr>
            <p:cNvPr id="704" name="Google Shape;704;p19"/>
            <p:cNvGrpSpPr/>
            <p:nvPr/>
          </p:nvGrpSpPr>
          <p:grpSpPr>
            <a:xfrm>
              <a:off x="5380497" y="383100"/>
              <a:ext cx="189628" cy="981668"/>
              <a:chOff x="5380497" y="383100"/>
              <a:chExt cx="189628" cy="981668"/>
            </a:xfrm>
          </p:grpSpPr>
          <p:grpSp>
            <p:nvGrpSpPr>
              <p:cNvPr id="705" name="Google Shape;705;p19"/>
              <p:cNvGrpSpPr/>
              <p:nvPr/>
            </p:nvGrpSpPr>
            <p:grpSpPr>
              <a:xfrm>
                <a:off x="5380497" y="383100"/>
                <a:ext cx="187974" cy="130800"/>
                <a:chOff x="4804925" y="764100"/>
                <a:chExt cx="187974" cy="130800"/>
              </a:xfrm>
            </p:grpSpPr>
            <p:sp>
              <p:nvSpPr>
                <p:cNvPr id="706" name="Google Shape;706;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07" name="Google Shape;707;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08" name="Google Shape;708;p19"/>
              <p:cNvGrpSpPr/>
              <p:nvPr/>
            </p:nvGrpSpPr>
            <p:grpSpPr>
              <a:xfrm>
                <a:off x="5382151" y="822110"/>
                <a:ext cx="187974" cy="130800"/>
                <a:chOff x="4804925" y="764100"/>
                <a:chExt cx="187974" cy="130800"/>
              </a:xfrm>
            </p:grpSpPr>
            <p:sp>
              <p:nvSpPr>
                <p:cNvPr id="709" name="Google Shape;709;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10" name="Google Shape;710;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11" name="Google Shape;711;p19"/>
              <p:cNvGrpSpPr/>
              <p:nvPr/>
            </p:nvGrpSpPr>
            <p:grpSpPr>
              <a:xfrm>
                <a:off x="5382151" y="1233968"/>
                <a:ext cx="187974" cy="130800"/>
                <a:chOff x="4804925" y="764100"/>
                <a:chExt cx="187974" cy="130800"/>
              </a:xfrm>
            </p:grpSpPr>
            <p:sp>
              <p:nvSpPr>
                <p:cNvPr id="712" name="Google Shape;712;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13" name="Google Shape;713;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714" name="Google Shape;714;p19"/>
            <p:cNvGrpSpPr/>
            <p:nvPr/>
          </p:nvGrpSpPr>
          <p:grpSpPr>
            <a:xfrm>
              <a:off x="5380497" y="1678500"/>
              <a:ext cx="189628" cy="569810"/>
              <a:chOff x="5380497" y="383100"/>
              <a:chExt cx="189628" cy="569810"/>
            </a:xfrm>
          </p:grpSpPr>
          <p:grpSp>
            <p:nvGrpSpPr>
              <p:cNvPr id="715" name="Google Shape;715;p19"/>
              <p:cNvGrpSpPr/>
              <p:nvPr/>
            </p:nvGrpSpPr>
            <p:grpSpPr>
              <a:xfrm>
                <a:off x="5380497" y="383100"/>
                <a:ext cx="187974" cy="130800"/>
                <a:chOff x="4804925" y="764100"/>
                <a:chExt cx="187974" cy="130800"/>
              </a:xfrm>
            </p:grpSpPr>
            <p:sp>
              <p:nvSpPr>
                <p:cNvPr id="716" name="Google Shape;716;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17" name="Google Shape;717;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18" name="Google Shape;718;p19"/>
              <p:cNvGrpSpPr/>
              <p:nvPr/>
            </p:nvGrpSpPr>
            <p:grpSpPr>
              <a:xfrm>
                <a:off x="5382151" y="822110"/>
                <a:ext cx="187974" cy="130800"/>
                <a:chOff x="4804925" y="764100"/>
                <a:chExt cx="187974" cy="130800"/>
              </a:xfrm>
            </p:grpSpPr>
            <p:sp>
              <p:nvSpPr>
                <p:cNvPr id="719" name="Google Shape;719;p19"/>
                <p:cNvSpPr/>
                <p:nvPr/>
              </p:nvSpPr>
              <p:spPr>
                <a:xfrm>
                  <a:off x="4856699" y="764100"/>
                  <a:ext cx="136200" cy="1308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20" name="Google Shape;720;p19"/>
                <p:cNvSpPr/>
                <p:nvPr/>
              </p:nvSpPr>
              <p:spPr>
                <a:xfrm>
                  <a:off x="4804925" y="811200"/>
                  <a:ext cx="61800" cy="36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sp>
        <p:nvSpPr>
          <p:cNvPr id="721" name="Google Shape;721;p19"/>
          <p:cNvSpPr txBox="1">
            <a:spLocks noGrp="1"/>
          </p:cNvSpPr>
          <p:nvPr>
            <p:ph type="title"/>
          </p:nvPr>
        </p:nvSpPr>
        <p:spPr>
          <a:xfrm>
            <a:off x="423975" y="3065225"/>
            <a:ext cx="1758900" cy="18471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3000"/>
              <a:buNone/>
              <a:defRPr b="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cxnSp>
        <p:nvCxnSpPr>
          <p:cNvPr id="722" name="Google Shape;722;p19"/>
          <p:cNvCxnSpPr/>
          <p:nvPr/>
        </p:nvCxnSpPr>
        <p:spPr>
          <a:xfrm>
            <a:off x="249750" y="-22275"/>
            <a:ext cx="0" cy="5177400"/>
          </a:xfrm>
          <a:prstGeom prst="straightConnector1">
            <a:avLst/>
          </a:prstGeom>
          <a:noFill/>
          <a:ln w="9525" cap="flat" cmpd="sng">
            <a:solidFill>
              <a:schemeClr val="accent5"/>
            </a:solidFill>
            <a:prstDash val="solid"/>
            <a:round/>
            <a:headEnd type="none" w="sm" len="sm"/>
            <a:tailEnd type="none" w="sm" len="sm"/>
          </a:ln>
        </p:spPr>
      </p:cxnSp>
      <p:cxnSp>
        <p:nvCxnSpPr>
          <p:cNvPr id="723" name="Google Shape;723;p19"/>
          <p:cNvCxnSpPr/>
          <p:nvPr/>
        </p:nvCxnSpPr>
        <p:spPr>
          <a:xfrm>
            <a:off x="177000" y="-14750"/>
            <a:ext cx="0" cy="5158200"/>
          </a:xfrm>
          <a:prstGeom prst="straightConnector1">
            <a:avLst/>
          </a:prstGeom>
          <a:noFill/>
          <a:ln w="9525" cap="flat" cmpd="sng">
            <a:solidFill>
              <a:schemeClr val="accent5"/>
            </a:solidFill>
            <a:prstDash val="solid"/>
            <a:round/>
            <a:headEnd type="none" w="sm" len="sm"/>
            <a:tailEnd type="none" w="sm" len="sm"/>
          </a:ln>
        </p:spPr>
      </p:cxnSp>
      <p:sp>
        <p:nvSpPr>
          <p:cNvPr id="724" name="Google Shape;724;p19"/>
          <p:cNvSpPr txBox="1">
            <a:spLocks noGrp="1"/>
          </p:cNvSpPr>
          <p:nvPr>
            <p:ph type="title" idx="2"/>
          </p:nvPr>
        </p:nvSpPr>
        <p:spPr>
          <a:xfrm>
            <a:off x="2802725" y="492300"/>
            <a:ext cx="24657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800"/>
              <a:buNone/>
              <a:defRPr sz="1800" b="0"/>
            </a:lvl1pPr>
            <a:lvl2pPr lvl="1">
              <a:lnSpc>
                <a:spcPct val="100000"/>
              </a:lnSpc>
              <a:spcBef>
                <a:spcPts val="0"/>
              </a:spcBef>
              <a:spcAft>
                <a:spcPts val="0"/>
              </a:spcAft>
              <a:buClr>
                <a:schemeClr val="lt1"/>
              </a:buClr>
              <a:buSzPts val="3000"/>
              <a:buNone/>
              <a:defRPr/>
            </a:lvl2pPr>
            <a:lvl3pPr lvl="2">
              <a:lnSpc>
                <a:spcPct val="100000"/>
              </a:lnSpc>
              <a:spcBef>
                <a:spcPts val="0"/>
              </a:spcBef>
              <a:spcAft>
                <a:spcPts val="0"/>
              </a:spcAft>
              <a:buClr>
                <a:schemeClr val="lt1"/>
              </a:buClr>
              <a:buSzPts val="3000"/>
              <a:buNone/>
              <a:defRPr/>
            </a:lvl3pPr>
            <a:lvl4pPr lvl="3">
              <a:lnSpc>
                <a:spcPct val="100000"/>
              </a:lnSpc>
              <a:spcBef>
                <a:spcPts val="0"/>
              </a:spcBef>
              <a:spcAft>
                <a:spcPts val="0"/>
              </a:spcAft>
              <a:buClr>
                <a:schemeClr val="lt1"/>
              </a:buClr>
              <a:buSzPts val="3000"/>
              <a:buNone/>
              <a:defRPr/>
            </a:lvl4pPr>
            <a:lvl5pPr lvl="4">
              <a:lnSpc>
                <a:spcPct val="100000"/>
              </a:lnSpc>
              <a:spcBef>
                <a:spcPts val="0"/>
              </a:spcBef>
              <a:spcAft>
                <a:spcPts val="0"/>
              </a:spcAft>
              <a:buClr>
                <a:schemeClr val="lt1"/>
              </a:buClr>
              <a:buSzPts val="3000"/>
              <a:buNone/>
              <a:defRPr/>
            </a:lvl5pPr>
            <a:lvl6pPr lvl="5">
              <a:lnSpc>
                <a:spcPct val="100000"/>
              </a:lnSpc>
              <a:spcBef>
                <a:spcPts val="0"/>
              </a:spcBef>
              <a:spcAft>
                <a:spcPts val="0"/>
              </a:spcAft>
              <a:buClr>
                <a:schemeClr val="lt1"/>
              </a:buClr>
              <a:buSzPts val="3000"/>
              <a:buNone/>
              <a:defRPr/>
            </a:lvl6pPr>
            <a:lvl7pPr lvl="6">
              <a:lnSpc>
                <a:spcPct val="100000"/>
              </a:lnSpc>
              <a:spcBef>
                <a:spcPts val="0"/>
              </a:spcBef>
              <a:spcAft>
                <a:spcPts val="0"/>
              </a:spcAft>
              <a:buClr>
                <a:schemeClr val="lt1"/>
              </a:buClr>
              <a:buSzPts val="3000"/>
              <a:buNone/>
              <a:defRPr/>
            </a:lvl7pPr>
            <a:lvl8pPr lvl="7">
              <a:lnSpc>
                <a:spcPct val="100000"/>
              </a:lnSpc>
              <a:spcBef>
                <a:spcPts val="0"/>
              </a:spcBef>
              <a:spcAft>
                <a:spcPts val="0"/>
              </a:spcAft>
              <a:buClr>
                <a:schemeClr val="lt1"/>
              </a:buClr>
              <a:buSzPts val="3000"/>
              <a:buNone/>
              <a:defRPr/>
            </a:lvl8pPr>
            <a:lvl9pPr lvl="8">
              <a:lnSpc>
                <a:spcPct val="100000"/>
              </a:lnSpc>
              <a:spcBef>
                <a:spcPts val="0"/>
              </a:spcBef>
              <a:spcAft>
                <a:spcPts val="0"/>
              </a:spcAft>
              <a:buClr>
                <a:schemeClr val="lt1"/>
              </a:buClr>
              <a:buSzPts val="3000"/>
              <a:buNone/>
              <a:defRPr/>
            </a:lvl9pPr>
          </a:lstStyle>
          <a:p>
            <a:endParaRPr/>
          </a:p>
        </p:txBody>
      </p:sp>
      <p:sp>
        <p:nvSpPr>
          <p:cNvPr id="725" name="Google Shape;725;p19"/>
          <p:cNvSpPr txBox="1">
            <a:spLocks noGrp="1"/>
          </p:cNvSpPr>
          <p:nvPr>
            <p:ph type="body" idx="3"/>
          </p:nvPr>
        </p:nvSpPr>
        <p:spPr>
          <a:xfrm>
            <a:off x="6214525" y="1001400"/>
            <a:ext cx="2465700" cy="13461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
        <p:nvSpPr>
          <p:cNvPr id="726" name="Google Shape;726;p19"/>
          <p:cNvSpPr txBox="1">
            <a:spLocks noGrp="1"/>
          </p:cNvSpPr>
          <p:nvPr>
            <p:ph type="title" idx="4"/>
          </p:nvPr>
        </p:nvSpPr>
        <p:spPr>
          <a:xfrm>
            <a:off x="6214750" y="492300"/>
            <a:ext cx="24657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800"/>
              <a:buNone/>
              <a:defRPr sz="1800" b="0"/>
            </a:lvl1pPr>
            <a:lvl2pPr lvl="1">
              <a:lnSpc>
                <a:spcPct val="100000"/>
              </a:lnSpc>
              <a:spcBef>
                <a:spcPts val="0"/>
              </a:spcBef>
              <a:spcAft>
                <a:spcPts val="0"/>
              </a:spcAft>
              <a:buClr>
                <a:schemeClr val="lt1"/>
              </a:buClr>
              <a:buSzPts val="3000"/>
              <a:buNone/>
              <a:defRPr/>
            </a:lvl2pPr>
            <a:lvl3pPr lvl="2">
              <a:lnSpc>
                <a:spcPct val="100000"/>
              </a:lnSpc>
              <a:spcBef>
                <a:spcPts val="0"/>
              </a:spcBef>
              <a:spcAft>
                <a:spcPts val="0"/>
              </a:spcAft>
              <a:buClr>
                <a:schemeClr val="lt1"/>
              </a:buClr>
              <a:buSzPts val="3000"/>
              <a:buNone/>
              <a:defRPr/>
            </a:lvl3pPr>
            <a:lvl4pPr lvl="3">
              <a:lnSpc>
                <a:spcPct val="100000"/>
              </a:lnSpc>
              <a:spcBef>
                <a:spcPts val="0"/>
              </a:spcBef>
              <a:spcAft>
                <a:spcPts val="0"/>
              </a:spcAft>
              <a:buClr>
                <a:schemeClr val="lt1"/>
              </a:buClr>
              <a:buSzPts val="3000"/>
              <a:buNone/>
              <a:defRPr/>
            </a:lvl4pPr>
            <a:lvl5pPr lvl="4">
              <a:lnSpc>
                <a:spcPct val="100000"/>
              </a:lnSpc>
              <a:spcBef>
                <a:spcPts val="0"/>
              </a:spcBef>
              <a:spcAft>
                <a:spcPts val="0"/>
              </a:spcAft>
              <a:buClr>
                <a:schemeClr val="lt1"/>
              </a:buClr>
              <a:buSzPts val="3000"/>
              <a:buNone/>
              <a:defRPr/>
            </a:lvl5pPr>
            <a:lvl6pPr lvl="5">
              <a:lnSpc>
                <a:spcPct val="100000"/>
              </a:lnSpc>
              <a:spcBef>
                <a:spcPts val="0"/>
              </a:spcBef>
              <a:spcAft>
                <a:spcPts val="0"/>
              </a:spcAft>
              <a:buClr>
                <a:schemeClr val="lt1"/>
              </a:buClr>
              <a:buSzPts val="3000"/>
              <a:buNone/>
              <a:defRPr/>
            </a:lvl6pPr>
            <a:lvl7pPr lvl="6">
              <a:lnSpc>
                <a:spcPct val="100000"/>
              </a:lnSpc>
              <a:spcBef>
                <a:spcPts val="0"/>
              </a:spcBef>
              <a:spcAft>
                <a:spcPts val="0"/>
              </a:spcAft>
              <a:buClr>
                <a:schemeClr val="lt1"/>
              </a:buClr>
              <a:buSzPts val="3000"/>
              <a:buNone/>
              <a:defRPr/>
            </a:lvl7pPr>
            <a:lvl8pPr lvl="7">
              <a:lnSpc>
                <a:spcPct val="100000"/>
              </a:lnSpc>
              <a:spcBef>
                <a:spcPts val="0"/>
              </a:spcBef>
              <a:spcAft>
                <a:spcPts val="0"/>
              </a:spcAft>
              <a:buClr>
                <a:schemeClr val="lt1"/>
              </a:buClr>
              <a:buSzPts val="3000"/>
              <a:buNone/>
              <a:defRPr/>
            </a:lvl8pPr>
            <a:lvl9pPr lvl="8">
              <a:lnSpc>
                <a:spcPct val="100000"/>
              </a:lnSpc>
              <a:spcBef>
                <a:spcPts val="0"/>
              </a:spcBef>
              <a:spcAft>
                <a:spcPts val="0"/>
              </a:spcAft>
              <a:buClr>
                <a:schemeClr val="lt1"/>
              </a:buClr>
              <a:buSzPts val="3000"/>
              <a:buNone/>
              <a:defRPr/>
            </a:lvl9pPr>
          </a:lstStyle>
          <a:p>
            <a:endParaRPr/>
          </a:p>
        </p:txBody>
      </p:sp>
      <p:sp>
        <p:nvSpPr>
          <p:cNvPr id="727" name="Google Shape;727;p19"/>
          <p:cNvSpPr txBox="1">
            <a:spLocks noGrp="1"/>
          </p:cNvSpPr>
          <p:nvPr>
            <p:ph type="body" idx="5"/>
          </p:nvPr>
        </p:nvSpPr>
        <p:spPr>
          <a:xfrm>
            <a:off x="2802500" y="3442350"/>
            <a:ext cx="2465700" cy="13461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
        <p:nvSpPr>
          <p:cNvPr id="728" name="Google Shape;728;p19"/>
          <p:cNvSpPr txBox="1">
            <a:spLocks noGrp="1"/>
          </p:cNvSpPr>
          <p:nvPr>
            <p:ph type="title" idx="6"/>
          </p:nvPr>
        </p:nvSpPr>
        <p:spPr>
          <a:xfrm>
            <a:off x="2802725" y="2933250"/>
            <a:ext cx="24657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800"/>
              <a:buNone/>
              <a:defRPr sz="1800" b="0"/>
            </a:lvl1pPr>
            <a:lvl2pPr lvl="1">
              <a:lnSpc>
                <a:spcPct val="100000"/>
              </a:lnSpc>
              <a:spcBef>
                <a:spcPts val="0"/>
              </a:spcBef>
              <a:spcAft>
                <a:spcPts val="0"/>
              </a:spcAft>
              <a:buClr>
                <a:schemeClr val="lt1"/>
              </a:buClr>
              <a:buSzPts val="3000"/>
              <a:buNone/>
              <a:defRPr/>
            </a:lvl2pPr>
            <a:lvl3pPr lvl="2">
              <a:lnSpc>
                <a:spcPct val="100000"/>
              </a:lnSpc>
              <a:spcBef>
                <a:spcPts val="0"/>
              </a:spcBef>
              <a:spcAft>
                <a:spcPts val="0"/>
              </a:spcAft>
              <a:buClr>
                <a:schemeClr val="lt1"/>
              </a:buClr>
              <a:buSzPts val="3000"/>
              <a:buNone/>
              <a:defRPr/>
            </a:lvl3pPr>
            <a:lvl4pPr lvl="3">
              <a:lnSpc>
                <a:spcPct val="100000"/>
              </a:lnSpc>
              <a:spcBef>
                <a:spcPts val="0"/>
              </a:spcBef>
              <a:spcAft>
                <a:spcPts val="0"/>
              </a:spcAft>
              <a:buClr>
                <a:schemeClr val="lt1"/>
              </a:buClr>
              <a:buSzPts val="3000"/>
              <a:buNone/>
              <a:defRPr/>
            </a:lvl4pPr>
            <a:lvl5pPr lvl="4">
              <a:lnSpc>
                <a:spcPct val="100000"/>
              </a:lnSpc>
              <a:spcBef>
                <a:spcPts val="0"/>
              </a:spcBef>
              <a:spcAft>
                <a:spcPts val="0"/>
              </a:spcAft>
              <a:buClr>
                <a:schemeClr val="lt1"/>
              </a:buClr>
              <a:buSzPts val="3000"/>
              <a:buNone/>
              <a:defRPr/>
            </a:lvl5pPr>
            <a:lvl6pPr lvl="5">
              <a:lnSpc>
                <a:spcPct val="100000"/>
              </a:lnSpc>
              <a:spcBef>
                <a:spcPts val="0"/>
              </a:spcBef>
              <a:spcAft>
                <a:spcPts val="0"/>
              </a:spcAft>
              <a:buClr>
                <a:schemeClr val="lt1"/>
              </a:buClr>
              <a:buSzPts val="3000"/>
              <a:buNone/>
              <a:defRPr/>
            </a:lvl6pPr>
            <a:lvl7pPr lvl="6">
              <a:lnSpc>
                <a:spcPct val="100000"/>
              </a:lnSpc>
              <a:spcBef>
                <a:spcPts val="0"/>
              </a:spcBef>
              <a:spcAft>
                <a:spcPts val="0"/>
              </a:spcAft>
              <a:buClr>
                <a:schemeClr val="lt1"/>
              </a:buClr>
              <a:buSzPts val="3000"/>
              <a:buNone/>
              <a:defRPr/>
            </a:lvl7pPr>
            <a:lvl8pPr lvl="7">
              <a:lnSpc>
                <a:spcPct val="100000"/>
              </a:lnSpc>
              <a:spcBef>
                <a:spcPts val="0"/>
              </a:spcBef>
              <a:spcAft>
                <a:spcPts val="0"/>
              </a:spcAft>
              <a:buClr>
                <a:schemeClr val="lt1"/>
              </a:buClr>
              <a:buSzPts val="3000"/>
              <a:buNone/>
              <a:defRPr/>
            </a:lvl8pPr>
            <a:lvl9pPr lvl="8">
              <a:lnSpc>
                <a:spcPct val="100000"/>
              </a:lnSpc>
              <a:spcBef>
                <a:spcPts val="0"/>
              </a:spcBef>
              <a:spcAft>
                <a:spcPts val="0"/>
              </a:spcAft>
              <a:buClr>
                <a:schemeClr val="lt1"/>
              </a:buClr>
              <a:buSzPts val="3000"/>
              <a:buNone/>
              <a:defRPr/>
            </a:lvl9pPr>
          </a:lstStyle>
          <a:p>
            <a:endParaRPr/>
          </a:p>
        </p:txBody>
      </p:sp>
      <p:sp>
        <p:nvSpPr>
          <p:cNvPr id="729" name="Google Shape;729;p19"/>
          <p:cNvSpPr txBox="1">
            <a:spLocks noGrp="1"/>
          </p:cNvSpPr>
          <p:nvPr>
            <p:ph type="body" idx="7"/>
          </p:nvPr>
        </p:nvSpPr>
        <p:spPr>
          <a:xfrm>
            <a:off x="6214525" y="3442350"/>
            <a:ext cx="2465700" cy="13461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
        <p:nvSpPr>
          <p:cNvPr id="730" name="Google Shape;730;p19"/>
          <p:cNvSpPr txBox="1">
            <a:spLocks noGrp="1"/>
          </p:cNvSpPr>
          <p:nvPr>
            <p:ph type="title" idx="8"/>
          </p:nvPr>
        </p:nvSpPr>
        <p:spPr>
          <a:xfrm>
            <a:off x="6214750" y="2933250"/>
            <a:ext cx="2465700" cy="4770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1"/>
              </a:buClr>
              <a:buSzPts val="1800"/>
              <a:buNone/>
              <a:defRPr sz="1800" b="0"/>
            </a:lvl1pPr>
            <a:lvl2pPr lvl="1">
              <a:lnSpc>
                <a:spcPct val="100000"/>
              </a:lnSpc>
              <a:spcBef>
                <a:spcPts val="0"/>
              </a:spcBef>
              <a:spcAft>
                <a:spcPts val="0"/>
              </a:spcAft>
              <a:buClr>
                <a:schemeClr val="lt1"/>
              </a:buClr>
              <a:buSzPts val="3000"/>
              <a:buNone/>
              <a:defRPr/>
            </a:lvl2pPr>
            <a:lvl3pPr lvl="2">
              <a:lnSpc>
                <a:spcPct val="100000"/>
              </a:lnSpc>
              <a:spcBef>
                <a:spcPts val="0"/>
              </a:spcBef>
              <a:spcAft>
                <a:spcPts val="0"/>
              </a:spcAft>
              <a:buClr>
                <a:schemeClr val="lt1"/>
              </a:buClr>
              <a:buSzPts val="3000"/>
              <a:buNone/>
              <a:defRPr/>
            </a:lvl3pPr>
            <a:lvl4pPr lvl="3">
              <a:lnSpc>
                <a:spcPct val="100000"/>
              </a:lnSpc>
              <a:spcBef>
                <a:spcPts val="0"/>
              </a:spcBef>
              <a:spcAft>
                <a:spcPts val="0"/>
              </a:spcAft>
              <a:buClr>
                <a:schemeClr val="lt1"/>
              </a:buClr>
              <a:buSzPts val="3000"/>
              <a:buNone/>
              <a:defRPr/>
            </a:lvl4pPr>
            <a:lvl5pPr lvl="4">
              <a:lnSpc>
                <a:spcPct val="100000"/>
              </a:lnSpc>
              <a:spcBef>
                <a:spcPts val="0"/>
              </a:spcBef>
              <a:spcAft>
                <a:spcPts val="0"/>
              </a:spcAft>
              <a:buClr>
                <a:schemeClr val="lt1"/>
              </a:buClr>
              <a:buSzPts val="3000"/>
              <a:buNone/>
              <a:defRPr/>
            </a:lvl5pPr>
            <a:lvl6pPr lvl="5">
              <a:lnSpc>
                <a:spcPct val="100000"/>
              </a:lnSpc>
              <a:spcBef>
                <a:spcPts val="0"/>
              </a:spcBef>
              <a:spcAft>
                <a:spcPts val="0"/>
              </a:spcAft>
              <a:buClr>
                <a:schemeClr val="lt1"/>
              </a:buClr>
              <a:buSzPts val="3000"/>
              <a:buNone/>
              <a:defRPr/>
            </a:lvl6pPr>
            <a:lvl7pPr lvl="6">
              <a:lnSpc>
                <a:spcPct val="100000"/>
              </a:lnSpc>
              <a:spcBef>
                <a:spcPts val="0"/>
              </a:spcBef>
              <a:spcAft>
                <a:spcPts val="0"/>
              </a:spcAft>
              <a:buClr>
                <a:schemeClr val="lt1"/>
              </a:buClr>
              <a:buSzPts val="3000"/>
              <a:buNone/>
              <a:defRPr/>
            </a:lvl7pPr>
            <a:lvl8pPr lvl="7">
              <a:lnSpc>
                <a:spcPct val="100000"/>
              </a:lnSpc>
              <a:spcBef>
                <a:spcPts val="0"/>
              </a:spcBef>
              <a:spcAft>
                <a:spcPts val="0"/>
              </a:spcAft>
              <a:buClr>
                <a:schemeClr val="lt1"/>
              </a:buClr>
              <a:buSzPts val="3000"/>
              <a:buNone/>
              <a:defRPr/>
            </a:lvl8pPr>
            <a:lvl9pPr lvl="8">
              <a:lnSpc>
                <a:spcPct val="100000"/>
              </a:lnSpc>
              <a:spcBef>
                <a:spcPts val="0"/>
              </a:spcBef>
              <a:spcAft>
                <a:spcPts val="0"/>
              </a:spcAft>
              <a:buClr>
                <a:schemeClr val="lt1"/>
              </a:buClr>
              <a:buSzPts val="30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pen Agenda 1">
  <p:cSld name="BLANK_1_1_1_1_1_1_1_1_1_3">
    <p:bg>
      <p:bgPr>
        <a:solidFill>
          <a:schemeClr val="lt1"/>
        </a:solidFill>
        <a:effectLst/>
      </p:bgPr>
    </p:bg>
    <p:spTree>
      <p:nvGrpSpPr>
        <p:cNvPr id="1" name="Shape 731"/>
        <p:cNvGrpSpPr/>
        <p:nvPr/>
      </p:nvGrpSpPr>
      <p:grpSpPr>
        <a:xfrm>
          <a:off x="0" y="0"/>
          <a:ext cx="0" cy="0"/>
          <a:chOff x="0" y="0"/>
          <a:chExt cx="0" cy="0"/>
        </a:xfrm>
      </p:grpSpPr>
      <p:sp>
        <p:nvSpPr>
          <p:cNvPr id="732" name="Google Shape;732;p20"/>
          <p:cNvSpPr/>
          <p:nvPr/>
        </p:nvSpPr>
        <p:spPr>
          <a:xfrm>
            <a:off x="995475" y="201175"/>
            <a:ext cx="7341600" cy="4557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33" name="Google Shape;733;p20"/>
          <p:cNvSpPr/>
          <p:nvPr/>
        </p:nvSpPr>
        <p:spPr>
          <a:xfrm>
            <a:off x="1128250" y="276575"/>
            <a:ext cx="7108800" cy="45177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34" name="Google Shape;734;p20"/>
          <p:cNvSpPr/>
          <p:nvPr/>
        </p:nvSpPr>
        <p:spPr>
          <a:xfrm>
            <a:off x="4407875" y="312925"/>
            <a:ext cx="3729600" cy="4517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35" name="Google Shape;735;p20"/>
          <p:cNvSpPr/>
          <p:nvPr/>
        </p:nvSpPr>
        <p:spPr>
          <a:xfrm>
            <a:off x="1217200" y="312875"/>
            <a:ext cx="3165000" cy="4517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nvGrpSpPr>
          <p:cNvPr id="736" name="Google Shape;736;p20"/>
          <p:cNvGrpSpPr/>
          <p:nvPr/>
        </p:nvGrpSpPr>
        <p:grpSpPr>
          <a:xfrm>
            <a:off x="1211779" y="312875"/>
            <a:ext cx="3165000" cy="4517700"/>
            <a:chOff x="1211779" y="312875"/>
            <a:chExt cx="3165000" cy="4517700"/>
          </a:xfrm>
        </p:grpSpPr>
        <p:cxnSp>
          <p:nvCxnSpPr>
            <p:cNvPr id="737" name="Google Shape;737;p20"/>
            <p:cNvCxnSpPr/>
            <p:nvPr/>
          </p:nvCxnSpPr>
          <p:spPr>
            <a:xfrm>
              <a:off x="3624778" y="3128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38" name="Google Shape;738;p20"/>
            <p:cNvCxnSpPr/>
            <p:nvPr/>
          </p:nvCxnSpPr>
          <p:spPr>
            <a:xfrm>
              <a:off x="4031178" y="312875"/>
              <a:ext cx="0" cy="4517700"/>
            </a:xfrm>
            <a:prstGeom prst="straightConnector1">
              <a:avLst/>
            </a:prstGeom>
            <a:noFill/>
            <a:ln w="9525" cap="flat" cmpd="sng">
              <a:solidFill>
                <a:schemeClr val="accent5"/>
              </a:solidFill>
              <a:prstDash val="solid"/>
              <a:round/>
              <a:headEnd type="none" w="sm" len="sm"/>
              <a:tailEnd type="none" w="sm" len="sm"/>
            </a:ln>
          </p:spPr>
        </p:cxnSp>
        <p:grpSp>
          <p:nvGrpSpPr>
            <p:cNvPr id="739" name="Google Shape;739;p20"/>
            <p:cNvGrpSpPr/>
            <p:nvPr/>
          </p:nvGrpSpPr>
          <p:grpSpPr>
            <a:xfrm>
              <a:off x="1211779" y="312875"/>
              <a:ext cx="3165000" cy="4517700"/>
              <a:chOff x="462650" y="259175"/>
              <a:chExt cx="3165000" cy="4517700"/>
            </a:xfrm>
          </p:grpSpPr>
          <p:cxnSp>
            <p:nvCxnSpPr>
              <p:cNvPr id="740" name="Google Shape;740;p20"/>
              <p:cNvCxnSpPr/>
              <p:nvPr/>
            </p:nvCxnSpPr>
            <p:spPr>
              <a:xfrm>
                <a:off x="843650" y="2591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41" name="Google Shape;741;p20"/>
              <p:cNvCxnSpPr/>
              <p:nvPr/>
            </p:nvCxnSpPr>
            <p:spPr>
              <a:xfrm>
                <a:off x="1250050" y="2591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42" name="Google Shape;742;p20"/>
              <p:cNvCxnSpPr/>
              <p:nvPr/>
            </p:nvCxnSpPr>
            <p:spPr>
              <a:xfrm>
                <a:off x="1656450" y="2591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43" name="Google Shape;743;p20"/>
              <p:cNvCxnSpPr/>
              <p:nvPr/>
            </p:nvCxnSpPr>
            <p:spPr>
              <a:xfrm>
                <a:off x="2062850" y="2591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44" name="Google Shape;744;p20"/>
              <p:cNvCxnSpPr/>
              <p:nvPr/>
            </p:nvCxnSpPr>
            <p:spPr>
              <a:xfrm>
                <a:off x="2469250" y="259175"/>
                <a:ext cx="0" cy="4517700"/>
              </a:xfrm>
              <a:prstGeom prst="straightConnector1">
                <a:avLst/>
              </a:prstGeom>
              <a:noFill/>
              <a:ln w="9525" cap="flat" cmpd="sng">
                <a:solidFill>
                  <a:schemeClr val="accent5"/>
                </a:solidFill>
                <a:prstDash val="solid"/>
                <a:round/>
                <a:headEnd type="none" w="sm" len="sm"/>
                <a:tailEnd type="none" w="sm" len="sm"/>
              </a:ln>
            </p:spPr>
          </p:cxnSp>
          <p:cxnSp>
            <p:nvCxnSpPr>
              <p:cNvPr id="745" name="Google Shape;745;p20"/>
              <p:cNvCxnSpPr/>
              <p:nvPr/>
            </p:nvCxnSpPr>
            <p:spPr>
              <a:xfrm>
                <a:off x="462650" y="674900"/>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46" name="Google Shape;746;p20"/>
              <p:cNvCxnSpPr/>
              <p:nvPr/>
            </p:nvCxnSpPr>
            <p:spPr>
              <a:xfrm>
                <a:off x="462650" y="1075858"/>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47" name="Google Shape;747;p20"/>
              <p:cNvCxnSpPr/>
              <p:nvPr/>
            </p:nvCxnSpPr>
            <p:spPr>
              <a:xfrm>
                <a:off x="462650" y="1476817"/>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48" name="Google Shape;748;p20"/>
              <p:cNvCxnSpPr/>
              <p:nvPr/>
            </p:nvCxnSpPr>
            <p:spPr>
              <a:xfrm>
                <a:off x="462650" y="1877775"/>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49" name="Google Shape;749;p20"/>
              <p:cNvCxnSpPr/>
              <p:nvPr/>
            </p:nvCxnSpPr>
            <p:spPr>
              <a:xfrm>
                <a:off x="462650" y="2278733"/>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50" name="Google Shape;750;p20"/>
              <p:cNvCxnSpPr/>
              <p:nvPr/>
            </p:nvCxnSpPr>
            <p:spPr>
              <a:xfrm>
                <a:off x="462650" y="2679692"/>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51" name="Google Shape;751;p20"/>
              <p:cNvCxnSpPr/>
              <p:nvPr/>
            </p:nvCxnSpPr>
            <p:spPr>
              <a:xfrm>
                <a:off x="462650" y="3080650"/>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52" name="Google Shape;752;p20"/>
              <p:cNvCxnSpPr/>
              <p:nvPr/>
            </p:nvCxnSpPr>
            <p:spPr>
              <a:xfrm>
                <a:off x="462650" y="3481608"/>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53" name="Google Shape;753;p20"/>
              <p:cNvCxnSpPr/>
              <p:nvPr/>
            </p:nvCxnSpPr>
            <p:spPr>
              <a:xfrm>
                <a:off x="462650" y="3882567"/>
                <a:ext cx="3165000" cy="0"/>
              </a:xfrm>
              <a:prstGeom prst="straightConnector1">
                <a:avLst/>
              </a:prstGeom>
              <a:noFill/>
              <a:ln w="9525" cap="flat" cmpd="sng">
                <a:solidFill>
                  <a:schemeClr val="accent5"/>
                </a:solidFill>
                <a:prstDash val="solid"/>
                <a:round/>
                <a:headEnd type="none" w="sm" len="sm"/>
                <a:tailEnd type="none" w="sm" len="sm"/>
              </a:ln>
            </p:spPr>
          </p:cxnSp>
          <p:cxnSp>
            <p:nvCxnSpPr>
              <p:cNvPr id="754" name="Google Shape;754;p20"/>
              <p:cNvCxnSpPr/>
              <p:nvPr/>
            </p:nvCxnSpPr>
            <p:spPr>
              <a:xfrm>
                <a:off x="462650" y="4283525"/>
                <a:ext cx="3165000" cy="0"/>
              </a:xfrm>
              <a:prstGeom prst="straightConnector1">
                <a:avLst/>
              </a:prstGeom>
              <a:noFill/>
              <a:ln w="9525" cap="flat" cmpd="sng">
                <a:solidFill>
                  <a:schemeClr val="accent5"/>
                </a:solidFill>
                <a:prstDash val="solid"/>
                <a:round/>
                <a:headEnd type="none" w="sm" len="sm"/>
                <a:tailEnd type="none" w="sm" len="sm"/>
              </a:ln>
            </p:spPr>
          </p:cxnSp>
        </p:grpSp>
      </p:grpSp>
      <p:grpSp>
        <p:nvGrpSpPr>
          <p:cNvPr id="755" name="Google Shape;755;p20"/>
          <p:cNvGrpSpPr/>
          <p:nvPr/>
        </p:nvGrpSpPr>
        <p:grpSpPr>
          <a:xfrm>
            <a:off x="4222205" y="390105"/>
            <a:ext cx="366115" cy="4334807"/>
            <a:chOff x="3473077" y="259175"/>
            <a:chExt cx="366115" cy="4334807"/>
          </a:xfrm>
        </p:grpSpPr>
        <p:grpSp>
          <p:nvGrpSpPr>
            <p:cNvPr id="756" name="Google Shape;756;p20"/>
            <p:cNvGrpSpPr/>
            <p:nvPr/>
          </p:nvGrpSpPr>
          <p:grpSpPr>
            <a:xfrm rot="10800000">
              <a:off x="3473077" y="259175"/>
              <a:ext cx="184470" cy="4334807"/>
              <a:chOff x="5380497" y="383100"/>
              <a:chExt cx="189628" cy="4456010"/>
            </a:xfrm>
          </p:grpSpPr>
          <p:grpSp>
            <p:nvGrpSpPr>
              <p:cNvPr id="757" name="Google Shape;757;p20"/>
              <p:cNvGrpSpPr/>
              <p:nvPr/>
            </p:nvGrpSpPr>
            <p:grpSpPr>
              <a:xfrm>
                <a:off x="5380497" y="383100"/>
                <a:ext cx="189628" cy="981668"/>
                <a:chOff x="5380497" y="383100"/>
                <a:chExt cx="189628" cy="981668"/>
              </a:xfrm>
            </p:grpSpPr>
            <p:grpSp>
              <p:nvGrpSpPr>
                <p:cNvPr id="758" name="Google Shape;758;p20"/>
                <p:cNvGrpSpPr/>
                <p:nvPr/>
              </p:nvGrpSpPr>
              <p:grpSpPr>
                <a:xfrm>
                  <a:off x="5380497" y="383100"/>
                  <a:ext cx="187974" cy="130800"/>
                  <a:chOff x="4804925" y="764100"/>
                  <a:chExt cx="187974" cy="130800"/>
                </a:xfrm>
              </p:grpSpPr>
              <p:sp>
                <p:nvSpPr>
                  <p:cNvPr id="759" name="Google Shape;759;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60" name="Google Shape;760;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61" name="Google Shape;761;p20"/>
                <p:cNvGrpSpPr/>
                <p:nvPr/>
              </p:nvGrpSpPr>
              <p:grpSpPr>
                <a:xfrm>
                  <a:off x="5382151" y="822110"/>
                  <a:ext cx="187974" cy="130800"/>
                  <a:chOff x="4804925" y="764100"/>
                  <a:chExt cx="187974" cy="130800"/>
                </a:xfrm>
              </p:grpSpPr>
              <p:sp>
                <p:nvSpPr>
                  <p:cNvPr id="762" name="Google Shape;762;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63" name="Google Shape;763;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64" name="Google Shape;764;p20"/>
                <p:cNvGrpSpPr/>
                <p:nvPr/>
              </p:nvGrpSpPr>
              <p:grpSpPr>
                <a:xfrm>
                  <a:off x="5382151" y="1233968"/>
                  <a:ext cx="187974" cy="130800"/>
                  <a:chOff x="4804925" y="764100"/>
                  <a:chExt cx="187974" cy="130800"/>
                </a:xfrm>
              </p:grpSpPr>
              <p:sp>
                <p:nvSpPr>
                  <p:cNvPr id="765" name="Google Shape;765;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66" name="Google Shape;766;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767" name="Google Shape;767;p20"/>
              <p:cNvGrpSpPr/>
              <p:nvPr/>
            </p:nvGrpSpPr>
            <p:grpSpPr>
              <a:xfrm>
                <a:off x="5380497" y="1678500"/>
                <a:ext cx="189628" cy="981668"/>
                <a:chOff x="5380497" y="383100"/>
                <a:chExt cx="189628" cy="981668"/>
              </a:xfrm>
            </p:grpSpPr>
            <p:grpSp>
              <p:nvGrpSpPr>
                <p:cNvPr id="768" name="Google Shape;768;p20"/>
                <p:cNvGrpSpPr/>
                <p:nvPr/>
              </p:nvGrpSpPr>
              <p:grpSpPr>
                <a:xfrm>
                  <a:off x="5380497" y="383100"/>
                  <a:ext cx="187974" cy="130800"/>
                  <a:chOff x="4804925" y="764100"/>
                  <a:chExt cx="187974" cy="130800"/>
                </a:xfrm>
              </p:grpSpPr>
              <p:sp>
                <p:nvSpPr>
                  <p:cNvPr id="769" name="Google Shape;769;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70" name="Google Shape;770;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71" name="Google Shape;771;p20"/>
                <p:cNvGrpSpPr/>
                <p:nvPr/>
              </p:nvGrpSpPr>
              <p:grpSpPr>
                <a:xfrm>
                  <a:off x="5382151" y="822110"/>
                  <a:ext cx="187974" cy="130800"/>
                  <a:chOff x="4804925" y="764100"/>
                  <a:chExt cx="187974" cy="130800"/>
                </a:xfrm>
              </p:grpSpPr>
              <p:sp>
                <p:nvSpPr>
                  <p:cNvPr id="772" name="Google Shape;772;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73" name="Google Shape;773;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74" name="Google Shape;774;p20"/>
                <p:cNvGrpSpPr/>
                <p:nvPr/>
              </p:nvGrpSpPr>
              <p:grpSpPr>
                <a:xfrm>
                  <a:off x="5382151" y="1233968"/>
                  <a:ext cx="187974" cy="130800"/>
                  <a:chOff x="4804925" y="764100"/>
                  <a:chExt cx="187974" cy="130800"/>
                </a:xfrm>
              </p:grpSpPr>
              <p:sp>
                <p:nvSpPr>
                  <p:cNvPr id="775" name="Google Shape;775;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76" name="Google Shape;776;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777" name="Google Shape;777;p20"/>
              <p:cNvGrpSpPr/>
              <p:nvPr/>
            </p:nvGrpSpPr>
            <p:grpSpPr>
              <a:xfrm>
                <a:off x="5380497" y="2973900"/>
                <a:ext cx="189628" cy="981668"/>
                <a:chOff x="5380497" y="383100"/>
                <a:chExt cx="189628" cy="981668"/>
              </a:xfrm>
            </p:grpSpPr>
            <p:grpSp>
              <p:nvGrpSpPr>
                <p:cNvPr id="778" name="Google Shape;778;p20"/>
                <p:cNvGrpSpPr/>
                <p:nvPr/>
              </p:nvGrpSpPr>
              <p:grpSpPr>
                <a:xfrm>
                  <a:off x="5380497" y="383100"/>
                  <a:ext cx="187974" cy="130800"/>
                  <a:chOff x="4804925" y="764100"/>
                  <a:chExt cx="187974" cy="130800"/>
                </a:xfrm>
              </p:grpSpPr>
              <p:sp>
                <p:nvSpPr>
                  <p:cNvPr id="779" name="Google Shape;779;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80" name="Google Shape;780;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81" name="Google Shape;781;p20"/>
                <p:cNvGrpSpPr/>
                <p:nvPr/>
              </p:nvGrpSpPr>
              <p:grpSpPr>
                <a:xfrm>
                  <a:off x="5382151" y="822110"/>
                  <a:ext cx="187974" cy="130800"/>
                  <a:chOff x="4804925" y="764100"/>
                  <a:chExt cx="187974" cy="130800"/>
                </a:xfrm>
              </p:grpSpPr>
              <p:sp>
                <p:nvSpPr>
                  <p:cNvPr id="782" name="Google Shape;782;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83" name="Google Shape;783;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84" name="Google Shape;784;p20"/>
                <p:cNvGrpSpPr/>
                <p:nvPr/>
              </p:nvGrpSpPr>
              <p:grpSpPr>
                <a:xfrm>
                  <a:off x="5382151" y="1233968"/>
                  <a:ext cx="187974" cy="130800"/>
                  <a:chOff x="4804925" y="764100"/>
                  <a:chExt cx="187974" cy="130800"/>
                </a:xfrm>
              </p:grpSpPr>
              <p:sp>
                <p:nvSpPr>
                  <p:cNvPr id="785" name="Google Shape;785;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86" name="Google Shape;786;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787" name="Google Shape;787;p20"/>
              <p:cNvGrpSpPr/>
              <p:nvPr/>
            </p:nvGrpSpPr>
            <p:grpSpPr>
              <a:xfrm>
                <a:off x="5380497" y="4269300"/>
                <a:ext cx="189628" cy="569810"/>
                <a:chOff x="5380497" y="383100"/>
                <a:chExt cx="189628" cy="569810"/>
              </a:xfrm>
            </p:grpSpPr>
            <p:grpSp>
              <p:nvGrpSpPr>
                <p:cNvPr id="788" name="Google Shape;788;p20"/>
                <p:cNvGrpSpPr/>
                <p:nvPr/>
              </p:nvGrpSpPr>
              <p:grpSpPr>
                <a:xfrm>
                  <a:off x="5380497" y="383100"/>
                  <a:ext cx="187974" cy="130800"/>
                  <a:chOff x="4804925" y="764100"/>
                  <a:chExt cx="187974" cy="130800"/>
                </a:xfrm>
              </p:grpSpPr>
              <p:sp>
                <p:nvSpPr>
                  <p:cNvPr id="789" name="Google Shape;789;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90" name="Google Shape;790;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91" name="Google Shape;791;p20"/>
                <p:cNvGrpSpPr/>
                <p:nvPr/>
              </p:nvGrpSpPr>
              <p:grpSpPr>
                <a:xfrm>
                  <a:off x="5382151" y="822110"/>
                  <a:ext cx="187974" cy="130800"/>
                  <a:chOff x="4804925" y="764100"/>
                  <a:chExt cx="187974" cy="130800"/>
                </a:xfrm>
              </p:grpSpPr>
              <p:sp>
                <p:nvSpPr>
                  <p:cNvPr id="792" name="Google Shape;792;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93" name="Google Shape;793;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grpSp>
          <p:nvGrpSpPr>
            <p:cNvPr id="794" name="Google Shape;794;p20"/>
            <p:cNvGrpSpPr/>
            <p:nvPr/>
          </p:nvGrpSpPr>
          <p:grpSpPr>
            <a:xfrm rot="10800000" flipH="1">
              <a:off x="3654721" y="259175"/>
              <a:ext cx="184470" cy="4334807"/>
              <a:chOff x="5380497" y="383100"/>
              <a:chExt cx="189628" cy="4456010"/>
            </a:xfrm>
          </p:grpSpPr>
          <p:grpSp>
            <p:nvGrpSpPr>
              <p:cNvPr id="795" name="Google Shape;795;p20"/>
              <p:cNvGrpSpPr/>
              <p:nvPr/>
            </p:nvGrpSpPr>
            <p:grpSpPr>
              <a:xfrm>
                <a:off x="5380497" y="383100"/>
                <a:ext cx="189628" cy="981668"/>
                <a:chOff x="5380497" y="383100"/>
                <a:chExt cx="189628" cy="981668"/>
              </a:xfrm>
            </p:grpSpPr>
            <p:grpSp>
              <p:nvGrpSpPr>
                <p:cNvPr id="796" name="Google Shape;796;p20"/>
                <p:cNvGrpSpPr/>
                <p:nvPr/>
              </p:nvGrpSpPr>
              <p:grpSpPr>
                <a:xfrm>
                  <a:off x="5380497" y="383100"/>
                  <a:ext cx="187974" cy="130800"/>
                  <a:chOff x="4804925" y="764100"/>
                  <a:chExt cx="187974" cy="130800"/>
                </a:xfrm>
              </p:grpSpPr>
              <p:sp>
                <p:nvSpPr>
                  <p:cNvPr id="797" name="Google Shape;797;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798" name="Google Shape;798;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799" name="Google Shape;799;p20"/>
                <p:cNvGrpSpPr/>
                <p:nvPr/>
              </p:nvGrpSpPr>
              <p:grpSpPr>
                <a:xfrm>
                  <a:off x="5382151" y="822110"/>
                  <a:ext cx="187974" cy="130800"/>
                  <a:chOff x="4804925" y="764100"/>
                  <a:chExt cx="187974" cy="130800"/>
                </a:xfrm>
              </p:grpSpPr>
              <p:sp>
                <p:nvSpPr>
                  <p:cNvPr id="800" name="Google Shape;800;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01" name="Google Shape;801;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02" name="Google Shape;802;p20"/>
                <p:cNvGrpSpPr/>
                <p:nvPr/>
              </p:nvGrpSpPr>
              <p:grpSpPr>
                <a:xfrm>
                  <a:off x="5382151" y="1233968"/>
                  <a:ext cx="187974" cy="130800"/>
                  <a:chOff x="4804925" y="764100"/>
                  <a:chExt cx="187974" cy="130800"/>
                </a:xfrm>
              </p:grpSpPr>
              <p:sp>
                <p:nvSpPr>
                  <p:cNvPr id="803" name="Google Shape;803;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04" name="Google Shape;804;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805" name="Google Shape;805;p20"/>
              <p:cNvGrpSpPr/>
              <p:nvPr/>
            </p:nvGrpSpPr>
            <p:grpSpPr>
              <a:xfrm>
                <a:off x="5380497" y="1678500"/>
                <a:ext cx="189628" cy="981668"/>
                <a:chOff x="5380497" y="383100"/>
                <a:chExt cx="189628" cy="981668"/>
              </a:xfrm>
            </p:grpSpPr>
            <p:grpSp>
              <p:nvGrpSpPr>
                <p:cNvPr id="806" name="Google Shape;806;p20"/>
                <p:cNvGrpSpPr/>
                <p:nvPr/>
              </p:nvGrpSpPr>
              <p:grpSpPr>
                <a:xfrm>
                  <a:off x="5380497" y="383100"/>
                  <a:ext cx="187974" cy="130800"/>
                  <a:chOff x="4804925" y="764100"/>
                  <a:chExt cx="187974" cy="130800"/>
                </a:xfrm>
              </p:grpSpPr>
              <p:sp>
                <p:nvSpPr>
                  <p:cNvPr id="807" name="Google Shape;807;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08" name="Google Shape;808;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09" name="Google Shape;809;p20"/>
                <p:cNvGrpSpPr/>
                <p:nvPr/>
              </p:nvGrpSpPr>
              <p:grpSpPr>
                <a:xfrm>
                  <a:off x="5382151" y="822110"/>
                  <a:ext cx="187974" cy="130800"/>
                  <a:chOff x="4804925" y="764100"/>
                  <a:chExt cx="187974" cy="130800"/>
                </a:xfrm>
              </p:grpSpPr>
              <p:sp>
                <p:nvSpPr>
                  <p:cNvPr id="810" name="Google Shape;810;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11" name="Google Shape;811;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12" name="Google Shape;812;p20"/>
                <p:cNvGrpSpPr/>
                <p:nvPr/>
              </p:nvGrpSpPr>
              <p:grpSpPr>
                <a:xfrm>
                  <a:off x="5382151" y="1233968"/>
                  <a:ext cx="187974" cy="130800"/>
                  <a:chOff x="4804925" y="764100"/>
                  <a:chExt cx="187974" cy="130800"/>
                </a:xfrm>
              </p:grpSpPr>
              <p:sp>
                <p:nvSpPr>
                  <p:cNvPr id="813" name="Google Shape;813;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14" name="Google Shape;814;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815" name="Google Shape;815;p20"/>
              <p:cNvGrpSpPr/>
              <p:nvPr/>
            </p:nvGrpSpPr>
            <p:grpSpPr>
              <a:xfrm>
                <a:off x="5380497" y="2973900"/>
                <a:ext cx="189628" cy="981668"/>
                <a:chOff x="5380497" y="383100"/>
                <a:chExt cx="189628" cy="981668"/>
              </a:xfrm>
            </p:grpSpPr>
            <p:grpSp>
              <p:nvGrpSpPr>
                <p:cNvPr id="816" name="Google Shape;816;p20"/>
                <p:cNvGrpSpPr/>
                <p:nvPr/>
              </p:nvGrpSpPr>
              <p:grpSpPr>
                <a:xfrm>
                  <a:off x="5380497" y="383100"/>
                  <a:ext cx="187974" cy="130800"/>
                  <a:chOff x="4804925" y="764100"/>
                  <a:chExt cx="187974" cy="130800"/>
                </a:xfrm>
              </p:grpSpPr>
              <p:sp>
                <p:nvSpPr>
                  <p:cNvPr id="817" name="Google Shape;817;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18" name="Google Shape;818;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19" name="Google Shape;819;p20"/>
                <p:cNvGrpSpPr/>
                <p:nvPr/>
              </p:nvGrpSpPr>
              <p:grpSpPr>
                <a:xfrm>
                  <a:off x="5382151" y="822110"/>
                  <a:ext cx="187974" cy="130800"/>
                  <a:chOff x="4804925" y="764100"/>
                  <a:chExt cx="187974" cy="130800"/>
                </a:xfrm>
              </p:grpSpPr>
              <p:sp>
                <p:nvSpPr>
                  <p:cNvPr id="820" name="Google Shape;820;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21" name="Google Shape;821;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22" name="Google Shape;822;p20"/>
                <p:cNvGrpSpPr/>
                <p:nvPr/>
              </p:nvGrpSpPr>
              <p:grpSpPr>
                <a:xfrm>
                  <a:off x="5382151" y="1233968"/>
                  <a:ext cx="187974" cy="130800"/>
                  <a:chOff x="4804925" y="764100"/>
                  <a:chExt cx="187974" cy="130800"/>
                </a:xfrm>
              </p:grpSpPr>
              <p:sp>
                <p:nvSpPr>
                  <p:cNvPr id="823" name="Google Shape;823;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24" name="Google Shape;824;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nvGrpSpPr>
              <p:cNvPr id="825" name="Google Shape;825;p20"/>
              <p:cNvGrpSpPr/>
              <p:nvPr/>
            </p:nvGrpSpPr>
            <p:grpSpPr>
              <a:xfrm>
                <a:off x="5380497" y="4269300"/>
                <a:ext cx="189628" cy="569810"/>
                <a:chOff x="5380497" y="383100"/>
                <a:chExt cx="189628" cy="569810"/>
              </a:xfrm>
            </p:grpSpPr>
            <p:grpSp>
              <p:nvGrpSpPr>
                <p:cNvPr id="826" name="Google Shape;826;p20"/>
                <p:cNvGrpSpPr/>
                <p:nvPr/>
              </p:nvGrpSpPr>
              <p:grpSpPr>
                <a:xfrm>
                  <a:off x="5380497" y="383100"/>
                  <a:ext cx="187974" cy="130800"/>
                  <a:chOff x="4804925" y="764100"/>
                  <a:chExt cx="187974" cy="130800"/>
                </a:xfrm>
              </p:grpSpPr>
              <p:sp>
                <p:nvSpPr>
                  <p:cNvPr id="827" name="Google Shape;827;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28" name="Google Shape;828;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829" name="Google Shape;829;p20"/>
                <p:cNvGrpSpPr/>
                <p:nvPr/>
              </p:nvGrpSpPr>
              <p:grpSpPr>
                <a:xfrm>
                  <a:off x="5382151" y="822110"/>
                  <a:ext cx="187974" cy="130800"/>
                  <a:chOff x="4804925" y="764100"/>
                  <a:chExt cx="187974" cy="130800"/>
                </a:xfrm>
              </p:grpSpPr>
              <p:sp>
                <p:nvSpPr>
                  <p:cNvPr id="830" name="Google Shape;830;p20"/>
                  <p:cNvSpPr/>
                  <p:nvPr/>
                </p:nvSpPr>
                <p:spPr>
                  <a:xfrm>
                    <a:off x="4856699" y="764100"/>
                    <a:ext cx="136200" cy="1308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31" name="Google Shape;831;p20"/>
                  <p:cNvSpPr/>
                  <p:nvPr/>
                </p:nvSpPr>
                <p:spPr>
                  <a:xfrm>
                    <a:off x="4804925" y="811200"/>
                    <a:ext cx="61800" cy="36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grpSp>
      </p:grpSp>
      <p:sp>
        <p:nvSpPr>
          <p:cNvPr id="832" name="Google Shape;832;p20"/>
          <p:cNvSpPr txBox="1">
            <a:spLocks noGrp="1"/>
          </p:cNvSpPr>
          <p:nvPr>
            <p:ph type="body" idx="1"/>
          </p:nvPr>
        </p:nvSpPr>
        <p:spPr>
          <a:xfrm rot="-199678">
            <a:off x="1297246" y="1801757"/>
            <a:ext cx="2123982" cy="2187983"/>
          </a:xfrm>
          <a:prstGeom prst="rect">
            <a:avLst/>
          </a:prstGeom>
        </p:spPr>
        <p:txBody>
          <a:bodyPr spcFirstLastPara="1" wrap="square" lIns="91425" tIns="0" rIns="91425" bIns="0" anchor="t" anchorCtr="0">
            <a:normAutofit/>
          </a:bodyPr>
          <a:lstStyle>
            <a:lvl1pPr marL="457200" lvl="0" indent="-304800">
              <a:lnSpc>
                <a:spcPct val="100000"/>
              </a:lnSpc>
              <a:spcBef>
                <a:spcPts val="0"/>
              </a:spcBef>
              <a:spcAft>
                <a:spcPts val="0"/>
              </a:spcAft>
              <a:buSzPts val="1200"/>
              <a:buChar char="●"/>
              <a:defRPr/>
            </a:lvl1pPr>
            <a:lvl2pPr marL="914400" lvl="1" indent="-304800">
              <a:lnSpc>
                <a:spcPct val="100000"/>
              </a:lnSpc>
              <a:spcBef>
                <a:spcPts val="800"/>
              </a:spcBef>
              <a:spcAft>
                <a:spcPts val="0"/>
              </a:spcAft>
              <a:buSzPts val="1200"/>
              <a:buChar char="○"/>
              <a:defRPr/>
            </a:lvl2pPr>
            <a:lvl3pPr marL="1371600" lvl="2" indent="-304800">
              <a:lnSpc>
                <a:spcPct val="100000"/>
              </a:lnSpc>
              <a:spcBef>
                <a:spcPts val="800"/>
              </a:spcBef>
              <a:spcAft>
                <a:spcPts val="0"/>
              </a:spcAft>
              <a:buSzPts val="1200"/>
              <a:buChar char="■"/>
              <a:defRPr/>
            </a:lvl3pPr>
            <a:lvl4pPr marL="1828800" lvl="3" indent="-304800">
              <a:lnSpc>
                <a:spcPct val="100000"/>
              </a:lnSpc>
              <a:spcBef>
                <a:spcPts val="800"/>
              </a:spcBef>
              <a:spcAft>
                <a:spcPts val="0"/>
              </a:spcAft>
              <a:buSzPts val="1200"/>
              <a:buChar char="●"/>
              <a:defRPr/>
            </a:lvl4pPr>
            <a:lvl5pPr marL="2286000" lvl="4" indent="-304800">
              <a:lnSpc>
                <a:spcPct val="100000"/>
              </a:lnSpc>
              <a:spcBef>
                <a:spcPts val="800"/>
              </a:spcBef>
              <a:spcAft>
                <a:spcPts val="0"/>
              </a:spcAft>
              <a:buSzPts val="1200"/>
              <a:buChar char="○"/>
              <a:defRPr/>
            </a:lvl5pPr>
            <a:lvl6pPr marL="2743200" lvl="5" indent="-304800">
              <a:lnSpc>
                <a:spcPct val="100000"/>
              </a:lnSpc>
              <a:spcBef>
                <a:spcPts val="800"/>
              </a:spcBef>
              <a:spcAft>
                <a:spcPts val="0"/>
              </a:spcAft>
              <a:buSzPts val="1200"/>
              <a:buChar char="■"/>
              <a:defRPr/>
            </a:lvl6pPr>
            <a:lvl7pPr marL="3200400" lvl="6" indent="-304800">
              <a:lnSpc>
                <a:spcPct val="100000"/>
              </a:lnSpc>
              <a:spcBef>
                <a:spcPts val="800"/>
              </a:spcBef>
              <a:spcAft>
                <a:spcPts val="0"/>
              </a:spcAft>
              <a:buSzPts val="1200"/>
              <a:buChar char="●"/>
              <a:defRPr/>
            </a:lvl7pPr>
            <a:lvl8pPr marL="3657600" lvl="7" indent="-304800">
              <a:lnSpc>
                <a:spcPct val="100000"/>
              </a:lnSpc>
              <a:spcBef>
                <a:spcPts val="800"/>
              </a:spcBef>
              <a:spcAft>
                <a:spcPts val="0"/>
              </a:spcAft>
              <a:buSzPts val="1200"/>
              <a:buChar char="○"/>
              <a:defRPr/>
            </a:lvl8pPr>
            <a:lvl9pPr marL="4114800" lvl="8" indent="-304800">
              <a:lnSpc>
                <a:spcPct val="100000"/>
              </a:lnSpc>
              <a:spcBef>
                <a:spcPts val="800"/>
              </a:spcBef>
              <a:spcAft>
                <a:spcPts val="800"/>
              </a:spcAft>
              <a:buSzPts val="1200"/>
              <a:buChar char="■"/>
              <a:defRPr/>
            </a:lvl9pPr>
          </a:lstStyle>
          <a:p>
            <a:endParaRPr/>
          </a:p>
        </p:txBody>
      </p:sp>
      <p:sp>
        <p:nvSpPr>
          <p:cNvPr id="833" name="Google Shape;833;p20"/>
          <p:cNvSpPr txBox="1">
            <a:spLocks noGrp="1"/>
          </p:cNvSpPr>
          <p:nvPr>
            <p:ph type="title"/>
          </p:nvPr>
        </p:nvSpPr>
        <p:spPr>
          <a:xfrm rot="-197254">
            <a:off x="1212945" y="1184617"/>
            <a:ext cx="2123895" cy="49582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b="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834" name="Google Shape;834;p20"/>
          <p:cNvSpPr txBox="1">
            <a:spLocks noGrp="1"/>
          </p:cNvSpPr>
          <p:nvPr>
            <p:ph type="title" idx="2"/>
          </p:nvPr>
        </p:nvSpPr>
        <p:spPr>
          <a:xfrm>
            <a:off x="6254525" y="1962475"/>
            <a:ext cx="1636200" cy="357000"/>
          </a:xfrm>
          <a:prstGeom prst="rect">
            <a:avLst/>
          </a:prstGeom>
        </p:spPr>
        <p:txBody>
          <a:bodyPr spcFirstLastPara="1" wrap="square" lIns="91425" tIns="91425" rIns="91425" bIns="91425" anchor="ctr" anchorCtr="0">
            <a:noAutofit/>
          </a:bodyPr>
          <a:lstStyle>
            <a:lvl1pPr lvl="0">
              <a:spcBef>
                <a:spcPts val="0"/>
              </a:spcBef>
              <a:spcAft>
                <a:spcPts val="0"/>
              </a:spcAft>
              <a:buSzPts val="1200"/>
              <a:buFont typeface="Manrope ExtraBold"/>
              <a:buNone/>
              <a:defRPr sz="1200" b="0">
                <a:latin typeface="Manrope ExtraBold"/>
                <a:ea typeface="Manrope ExtraBold"/>
                <a:cs typeface="Manrope ExtraBold"/>
                <a:sym typeface="Manrope ExtraBold"/>
              </a:defRPr>
            </a:lvl1pPr>
            <a:lvl2pPr lvl="1">
              <a:spcBef>
                <a:spcPts val="0"/>
              </a:spcBef>
              <a:spcAft>
                <a:spcPts val="0"/>
              </a:spcAft>
              <a:buSzPts val="1200"/>
              <a:buFont typeface="Manrope ExtraBold"/>
              <a:buNone/>
              <a:defRPr sz="1200">
                <a:latin typeface="Manrope ExtraBold"/>
                <a:ea typeface="Manrope ExtraBold"/>
                <a:cs typeface="Manrope ExtraBold"/>
                <a:sym typeface="Manrope ExtraBold"/>
              </a:defRPr>
            </a:lvl2pPr>
            <a:lvl3pPr lvl="2">
              <a:spcBef>
                <a:spcPts val="0"/>
              </a:spcBef>
              <a:spcAft>
                <a:spcPts val="0"/>
              </a:spcAft>
              <a:buSzPts val="1200"/>
              <a:buFont typeface="Manrope ExtraBold"/>
              <a:buNone/>
              <a:defRPr sz="1200">
                <a:latin typeface="Manrope ExtraBold"/>
                <a:ea typeface="Manrope ExtraBold"/>
                <a:cs typeface="Manrope ExtraBold"/>
                <a:sym typeface="Manrope ExtraBold"/>
              </a:defRPr>
            </a:lvl3pPr>
            <a:lvl4pPr lvl="3">
              <a:spcBef>
                <a:spcPts val="0"/>
              </a:spcBef>
              <a:spcAft>
                <a:spcPts val="0"/>
              </a:spcAft>
              <a:buSzPts val="1200"/>
              <a:buFont typeface="Manrope ExtraBold"/>
              <a:buNone/>
              <a:defRPr sz="1200">
                <a:latin typeface="Manrope ExtraBold"/>
                <a:ea typeface="Manrope ExtraBold"/>
                <a:cs typeface="Manrope ExtraBold"/>
                <a:sym typeface="Manrope ExtraBold"/>
              </a:defRPr>
            </a:lvl4pPr>
            <a:lvl5pPr lvl="4">
              <a:spcBef>
                <a:spcPts val="0"/>
              </a:spcBef>
              <a:spcAft>
                <a:spcPts val="0"/>
              </a:spcAft>
              <a:buSzPts val="1200"/>
              <a:buFont typeface="Manrope ExtraBold"/>
              <a:buNone/>
              <a:defRPr sz="1200">
                <a:latin typeface="Manrope ExtraBold"/>
                <a:ea typeface="Manrope ExtraBold"/>
                <a:cs typeface="Manrope ExtraBold"/>
                <a:sym typeface="Manrope ExtraBold"/>
              </a:defRPr>
            </a:lvl5pPr>
            <a:lvl6pPr lvl="5">
              <a:spcBef>
                <a:spcPts val="0"/>
              </a:spcBef>
              <a:spcAft>
                <a:spcPts val="0"/>
              </a:spcAft>
              <a:buSzPts val="1200"/>
              <a:buFont typeface="Manrope ExtraBold"/>
              <a:buNone/>
              <a:defRPr sz="1200">
                <a:latin typeface="Manrope ExtraBold"/>
                <a:ea typeface="Manrope ExtraBold"/>
                <a:cs typeface="Manrope ExtraBold"/>
                <a:sym typeface="Manrope ExtraBold"/>
              </a:defRPr>
            </a:lvl6pPr>
            <a:lvl7pPr lvl="6">
              <a:spcBef>
                <a:spcPts val="0"/>
              </a:spcBef>
              <a:spcAft>
                <a:spcPts val="0"/>
              </a:spcAft>
              <a:buSzPts val="1200"/>
              <a:buFont typeface="Manrope ExtraBold"/>
              <a:buNone/>
              <a:defRPr sz="1200">
                <a:latin typeface="Manrope ExtraBold"/>
                <a:ea typeface="Manrope ExtraBold"/>
                <a:cs typeface="Manrope ExtraBold"/>
                <a:sym typeface="Manrope ExtraBold"/>
              </a:defRPr>
            </a:lvl7pPr>
            <a:lvl8pPr lvl="7">
              <a:spcBef>
                <a:spcPts val="0"/>
              </a:spcBef>
              <a:spcAft>
                <a:spcPts val="0"/>
              </a:spcAft>
              <a:buSzPts val="1200"/>
              <a:buFont typeface="Manrope ExtraBold"/>
              <a:buNone/>
              <a:defRPr sz="1200">
                <a:latin typeface="Manrope ExtraBold"/>
                <a:ea typeface="Manrope ExtraBold"/>
                <a:cs typeface="Manrope ExtraBold"/>
                <a:sym typeface="Manrope ExtraBold"/>
              </a:defRPr>
            </a:lvl8pPr>
            <a:lvl9pPr lvl="8">
              <a:spcBef>
                <a:spcPts val="0"/>
              </a:spcBef>
              <a:spcAft>
                <a:spcPts val="0"/>
              </a:spcAft>
              <a:buSzPts val="1200"/>
              <a:buFont typeface="Manrope ExtraBold"/>
              <a:buNone/>
              <a:defRPr sz="1200">
                <a:latin typeface="Manrope ExtraBold"/>
                <a:ea typeface="Manrope ExtraBold"/>
                <a:cs typeface="Manrope ExtraBold"/>
                <a:sym typeface="Manrope ExtraBold"/>
              </a:defRPr>
            </a:lvl9pPr>
          </a:lstStyle>
          <a:p>
            <a:endParaRPr/>
          </a:p>
        </p:txBody>
      </p:sp>
      <p:sp>
        <p:nvSpPr>
          <p:cNvPr id="835" name="Google Shape;835;p20"/>
          <p:cNvSpPr txBox="1">
            <a:spLocks noGrp="1"/>
          </p:cNvSpPr>
          <p:nvPr>
            <p:ph type="body" idx="3"/>
          </p:nvPr>
        </p:nvSpPr>
        <p:spPr>
          <a:xfrm>
            <a:off x="6254350" y="2353130"/>
            <a:ext cx="1636200" cy="778200"/>
          </a:xfrm>
          <a:prstGeom prst="rect">
            <a:avLst/>
          </a:prstGeom>
        </p:spPr>
        <p:txBody>
          <a:bodyPr spcFirstLastPara="1" wrap="square" lIns="91425" tIns="0"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
        <p:nvSpPr>
          <p:cNvPr id="836" name="Google Shape;836;p20"/>
          <p:cNvSpPr txBox="1">
            <a:spLocks noGrp="1"/>
          </p:cNvSpPr>
          <p:nvPr>
            <p:ph type="title" idx="4"/>
          </p:nvPr>
        </p:nvSpPr>
        <p:spPr>
          <a:xfrm>
            <a:off x="6254525" y="3292150"/>
            <a:ext cx="1636200" cy="357300"/>
          </a:xfrm>
          <a:prstGeom prst="rect">
            <a:avLst/>
          </a:prstGeom>
        </p:spPr>
        <p:txBody>
          <a:bodyPr spcFirstLastPara="1" wrap="square" lIns="91425" tIns="91425" rIns="91425" bIns="91425" anchor="ctr" anchorCtr="0">
            <a:noAutofit/>
          </a:bodyPr>
          <a:lstStyle>
            <a:lvl1pPr lvl="0">
              <a:spcBef>
                <a:spcPts val="0"/>
              </a:spcBef>
              <a:spcAft>
                <a:spcPts val="0"/>
              </a:spcAft>
              <a:buSzPts val="1200"/>
              <a:buFont typeface="Manrope ExtraBold"/>
              <a:buNone/>
              <a:defRPr sz="1200" b="0">
                <a:latin typeface="Manrope ExtraBold"/>
                <a:ea typeface="Manrope ExtraBold"/>
                <a:cs typeface="Manrope ExtraBold"/>
                <a:sym typeface="Manrope ExtraBold"/>
              </a:defRPr>
            </a:lvl1pPr>
            <a:lvl2pPr lvl="1">
              <a:spcBef>
                <a:spcPts val="0"/>
              </a:spcBef>
              <a:spcAft>
                <a:spcPts val="0"/>
              </a:spcAft>
              <a:buSzPts val="1200"/>
              <a:buFont typeface="Manrope ExtraBold"/>
              <a:buNone/>
              <a:defRPr sz="1200">
                <a:latin typeface="Manrope ExtraBold"/>
                <a:ea typeface="Manrope ExtraBold"/>
                <a:cs typeface="Manrope ExtraBold"/>
                <a:sym typeface="Manrope ExtraBold"/>
              </a:defRPr>
            </a:lvl2pPr>
            <a:lvl3pPr lvl="2">
              <a:spcBef>
                <a:spcPts val="0"/>
              </a:spcBef>
              <a:spcAft>
                <a:spcPts val="0"/>
              </a:spcAft>
              <a:buSzPts val="1200"/>
              <a:buFont typeface="Manrope ExtraBold"/>
              <a:buNone/>
              <a:defRPr sz="1200">
                <a:latin typeface="Manrope ExtraBold"/>
                <a:ea typeface="Manrope ExtraBold"/>
                <a:cs typeface="Manrope ExtraBold"/>
                <a:sym typeface="Manrope ExtraBold"/>
              </a:defRPr>
            </a:lvl3pPr>
            <a:lvl4pPr lvl="3">
              <a:spcBef>
                <a:spcPts val="0"/>
              </a:spcBef>
              <a:spcAft>
                <a:spcPts val="0"/>
              </a:spcAft>
              <a:buSzPts val="1200"/>
              <a:buFont typeface="Manrope ExtraBold"/>
              <a:buNone/>
              <a:defRPr sz="1200">
                <a:latin typeface="Manrope ExtraBold"/>
                <a:ea typeface="Manrope ExtraBold"/>
                <a:cs typeface="Manrope ExtraBold"/>
                <a:sym typeface="Manrope ExtraBold"/>
              </a:defRPr>
            </a:lvl4pPr>
            <a:lvl5pPr lvl="4">
              <a:spcBef>
                <a:spcPts val="0"/>
              </a:spcBef>
              <a:spcAft>
                <a:spcPts val="0"/>
              </a:spcAft>
              <a:buSzPts val="1200"/>
              <a:buFont typeface="Manrope ExtraBold"/>
              <a:buNone/>
              <a:defRPr sz="1200">
                <a:latin typeface="Manrope ExtraBold"/>
                <a:ea typeface="Manrope ExtraBold"/>
                <a:cs typeface="Manrope ExtraBold"/>
                <a:sym typeface="Manrope ExtraBold"/>
              </a:defRPr>
            </a:lvl5pPr>
            <a:lvl6pPr lvl="5">
              <a:spcBef>
                <a:spcPts val="0"/>
              </a:spcBef>
              <a:spcAft>
                <a:spcPts val="0"/>
              </a:spcAft>
              <a:buSzPts val="1200"/>
              <a:buFont typeface="Manrope ExtraBold"/>
              <a:buNone/>
              <a:defRPr sz="1200">
                <a:latin typeface="Manrope ExtraBold"/>
                <a:ea typeface="Manrope ExtraBold"/>
                <a:cs typeface="Manrope ExtraBold"/>
                <a:sym typeface="Manrope ExtraBold"/>
              </a:defRPr>
            </a:lvl6pPr>
            <a:lvl7pPr lvl="6">
              <a:spcBef>
                <a:spcPts val="0"/>
              </a:spcBef>
              <a:spcAft>
                <a:spcPts val="0"/>
              </a:spcAft>
              <a:buSzPts val="1200"/>
              <a:buFont typeface="Manrope ExtraBold"/>
              <a:buNone/>
              <a:defRPr sz="1200">
                <a:latin typeface="Manrope ExtraBold"/>
                <a:ea typeface="Manrope ExtraBold"/>
                <a:cs typeface="Manrope ExtraBold"/>
                <a:sym typeface="Manrope ExtraBold"/>
              </a:defRPr>
            </a:lvl7pPr>
            <a:lvl8pPr lvl="7">
              <a:spcBef>
                <a:spcPts val="0"/>
              </a:spcBef>
              <a:spcAft>
                <a:spcPts val="0"/>
              </a:spcAft>
              <a:buSzPts val="1200"/>
              <a:buFont typeface="Manrope ExtraBold"/>
              <a:buNone/>
              <a:defRPr sz="1200">
                <a:latin typeface="Manrope ExtraBold"/>
                <a:ea typeface="Manrope ExtraBold"/>
                <a:cs typeface="Manrope ExtraBold"/>
                <a:sym typeface="Manrope ExtraBold"/>
              </a:defRPr>
            </a:lvl8pPr>
            <a:lvl9pPr lvl="8">
              <a:spcBef>
                <a:spcPts val="0"/>
              </a:spcBef>
              <a:spcAft>
                <a:spcPts val="0"/>
              </a:spcAft>
              <a:buSzPts val="1200"/>
              <a:buFont typeface="Manrope ExtraBold"/>
              <a:buNone/>
              <a:defRPr sz="1200">
                <a:latin typeface="Manrope ExtraBold"/>
                <a:ea typeface="Manrope ExtraBold"/>
                <a:cs typeface="Manrope ExtraBold"/>
                <a:sym typeface="Manrope ExtraBold"/>
              </a:defRPr>
            </a:lvl9pPr>
          </a:lstStyle>
          <a:p>
            <a:endParaRPr/>
          </a:p>
        </p:txBody>
      </p:sp>
      <p:sp>
        <p:nvSpPr>
          <p:cNvPr id="837" name="Google Shape;837;p20"/>
          <p:cNvSpPr txBox="1">
            <a:spLocks noGrp="1"/>
          </p:cNvSpPr>
          <p:nvPr>
            <p:ph type="body" idx="5"/>
          </p:nvPr>
        </p:nvSpPr>
        <p:spPr>
          <a:xfrm>
            <a:off x="6254350" y="3682816"/>
            <a:ext cx="1636200" cy="778200"/>
          </a:xfrm>
          <a:prstGeom prst="rect">
            <a:avLst/>
          </a:prstGeom>
        </p:spPr>
        <p:txBody>
          <a:bodyPr spcFirstLastPara="1" wrap="square" lIns="91425" tIns="0" rIns="91425" bIns="91425" anchor="t" anchorCtr="0">
            <a:no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
        <p:nvSpPr>
          <p:cNvPr id="838" name="Google Shape;838;p20"/>
          <p:cNvSpPr txBox="1">
            <a:spLocks noGrp="1"/>
          </p:cNvSpPr>
          <p:nvPr>
            <p:ph type="title" idx="6"/>
          </p:nvPr>
        </p:nvSpPr>
        <p:spPr>
          <a:xfrm>
            <a:off x="4844275" y="2277100"/>
            <a:ext cx="1363200" cy="4338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3000"/>
              <a:buFont typeface="Anton"/>
              <a:buNone/>
              <a:defRPr b="0"/>
            </a:lvl1pPr>
            <a:lvl2pPr lvl="1" algn="ctr">
              <a:spcBef>
                <a:spcPts val="0"/>
              </a:spcBef>
              <a:spcAft>
                <a:spcPts val="0"/>
              </a:spcAft>
              <a:buClr>
                <a:schemeClr val="lt1"/>
              </a:buClr>
              <a:buSzPts val="3000"/>
              <a:buFont typeface="Anton"/>
              <a:buNone/>
              <a:defRPr/>
            </a:lvl2pPr>
            <a:lvl3pPr lvl="2" algn="ctr">
              <a:spcBef>
                <a:spcPts val="0"/>
              </a:spcBef>
              <a:spcAft>
                <a:spcPts val="0"/>
              </a:spcAft>
              <a:buClr>
                <a:schemeClr val="lt1"/>
              </a:buClr>
              <a:buSzPts val="3000"/>
              <a:buFont typeface="Anton"/>
              <a:buNone/>
              <a:defRPr/>
            </a:lvl3pPr>
            <a:lvl4pPr lvl="3" algn="ctr">
              <a:spcBef>
                <a:spcPts val="0"/>
              </a:spcBef>
              <a:spcAft>
                <a:spcPts val="0"/>
              </a:spcAft>
              <a:buClr>
                <a:schemeClr val="lt1"/>
              </a:buClr>
              <a:buSzPts val="3000"/>
              <a:buFont typeface="Anton"/>
              <a:buNone/>
              <a:defRPr/>
            </a:lvl4pPr>
            <a:lvl5pPr lvl="4" algn="ctr">
              <a:spcBef>
                <a:spcPts val="0"/>
              </a:spcBef>
              <a:spcAft>
                <a:spcPts val="0"/>
              </a:spcAft>
              <a:buClr>
                <a:schemeClr val="lt1"/>
              </a:buClr>
              <a:buSzPts val="3000"/>
              <a:buFont typeface="Anton"/>
              <a:buNone/>
              <a:defRPr/>
            </a:lvl5pPr>
            <a:lvl6pPr lvl="5" algn="ctr">
              <a:spcBef>
                <a:spcPts val="0"/>
              </a:spcBef>
              <a:spcAft>
                <a:spcPts val="0"/>
              </a:spcAft>
              <a:buClr>
                <a:schemeClr val="lt1"/>
              </a:buClr>
              <a:buSzPts val="3000"/>
              <a:buFont typeface="Anton"/>
              <a:buNone/>
              <a:defRPr/>
            </a:lvl6pPr>
            <a:lvl7pPr lvl="6" algn="ctr">
              <a:spcBef>
                <a:spcPts val="0"/>
              </a:spcBef>
              <a:spcAft>
                <a:spcPts val="0"/>
              </a:spcAft>
              <a:buClr>
                <a:schemeClr val="lt1"/>
              </a:buClr>
              <a:buSzPts val="3000"/>
              <a:buFont typeface="Anton"/>
              <a:buNone/>
              <a:defRPr/>
            </a:lvl7pPr>
            <a:lvl8pPr lvl="7" algn="ctr">
              <a:spcBef>
                <a:spcPts val="0"/>
              </a:spcBef>
              <a:spcAft>
                <a:spcPts val="0"/>
              </a:spcAft>
              <a:buClr>
                <a:schemeClr val="lt1"/>
              </a:buClr>
              <a:buSzPts val="3000"/>
              <a:buFont typeface="Anton"/>
              <a:buNone/>
              <a:defRPr/>
            </a:lvl8pPr>
            <a:lvl9pPr lvl="8" algn="ctr">
              <a:spcBef>
                <a:spcPts val="0"/>
              </a:spcBef>
              <a:spcAft>
                <a:spcPts val="0"/>
              </a:spcAft>
              <a:buClr>
                <a:schemeClr val="lt1"/>
              </a:buClr>
              <a:buSzPts val="3000"/>
              <a:buFont typeface="Anton"/>
              <a:buNone/>
              <a:defRPr/>
            </a:lvl9pPr>
          </a:lstStyle>
          <a:p>
            <a:endParaRPr/>
          </a:p>
        </p:txBody>
      </p:sp>
      <p:sp>
        <p:nvSpPr>
          <p:cNvPr id="839" name="Google Shape;839;p20"/>
          <p:cNvSpPr txBox="1">
            <a:spLocks noGrp="1"/>
          </p:cNvSpPr>
          <p:nvPr>
            <p:ph type="subTitle" idx="7"/>
          </p:nvPr>
        </p:nvSpPr>
        <p:spPr>
          <a:xfrm>
            <a:off x="4844325" y="2702150"/>
            <a:ext cx="1363200" cy="261000"/>
          </a:xfrm>
          <a:prstGeom prst="rect">
            <a:avLst/>
          </a:prstGeom>
        </p:spPr>
        <p:txBody>
          <a:bodyPr spcFirstLastPara="1" wrap="square" lIns="91425" tIns="91425" rIns="91425" bIns="91425" anchor="ctr" anchorCtr="0">
            <a:noAutofit/>
          </a:bodyPr>
          <a:lstStyle>
            <a:lvl1pPr lvl="0" algn="ctr">
              <a:spcBef>
                <a:spcPts val="0"/>
              </a:spcBef>
              <a:spcAft>
                <a:spcPts val="0"/>
              </a:spcAft>
              <a:buSzPts val="1000"/>
              <a:buNone/>
              <a:defRPr sz="1000"/>
            </a:lvl1pPr>
            <a:lvl2pPr lvl="1" algn="ctr">
              <a:spcBef>
                <a:spcPts val="800"/>
              </a:spcBef>
              <a:spcAft>
                <a:spcPts val="0"/>
              </a:spcAft>
              <a:buSzPts val="1000"/>
              <a:buNone/>
              <a:defRPr sz="1000"/>
            </a:lvl2pPr>
            <a:lvl3pPr lvl="2" algn="ctr">
              <a:spcBef>
                <a:spcPts val="800"/>
              </a:spcBef>
              <a:spcAft>
                <a:spcPts val="0"/>
              </a:spcAft>
              <a:buSzPts val="1000"/>
              <a:buNone/>
              <a:defRPr sz="1000"/>
            </a:lvl3pPr>
            <a:lvl4pPr lvl="3" algn="ctr">
              <a:spcBef>
                <a:spcPts val="800"/>
              </a:spcBef>
              <a:spcAft>
                <a:spcPts val="0"/>
              </a:spcAft>
              <a:buSzPts val="1000"/>
              <a:buNone/>
              <a:defRPr sz="1000"/>
            </a:lvl4pPr>
            <a:lvl5pPr lvl="4" algn="ctr">
              <a:spcBef>
                <a:spcPts val="800"/>
              </a:spcBef>
              <a:spcAft>
                <a:spcPts val="0"/>
              </a:spcAft>
              <a:buSzPts val="1000"/>
              <a:buNone/>
              <a:defRPr sz="1000"/>
            </a:lvl5pPr>
            <a:lvl6pPr lvl="5" algn="ctr">
              <a:spcBef>
                <a:spcPts val="800"/>
              </a:spcBef>
              <a:spcAft>
                <a:spcPts val="0"/>
              </a:spcAft>
              <a:buSzPts val="1000"/>
              <a:buNone/>
              <a:defRPr sz="1000"/>
            </a:lvl6pPr>
            <a:lvl7pPr lvl="6" algn="ctr">
              <a:spcBef>
                <a:spcPts val="800"/>
              </a:spcBef>
              <a:spcAft>
                <a:spcPts val="0"/>
              </a:spcAft>
              <a:buSzPts val="1000"/>
              <a:buNone/>
              <a:defRPr sz="1000"/>
            </a:lvl7pPr>
            <a:lvl8pPr lvl="7" algn="ctr">
              <a:spcBef>
                <a:spcPts val="800"/>
              </a:spcBef>
              <a:spcAft>
                <a:spcPts val="0"/>
              </a:spcAft>
              <a:buSzPts val="1000"/>
              <a:buNone/>
              <a:defRPr sz="1000"/>
            </a:lvl8pPr>
            <a:lvl9pPr lvl="8" algn="ctr">
              <a:spcBef>
                <a:spcPts val="800"/>
              </a:spcBef>
              <a:spcAft>
                <a:spcPts val="800"/>
              </a:spcAft>
              <a:buSzPts val="1000"/>
              <a:buNone/>
              <a:defRPr sz="1000"/>
            </a:lvl9pPr>
          </a:lstStyle>
          <a:p>
            <a:endParaRPr/>
          </a:p>
        </p:txBody>
      </p:sp>
      <p:sp>
        <p:nvSpPr>
          <p:cNvPr id="840" name="Google Shape;840;p20"/>
          <p:cNvSpPr txBox="1">
            <a:spLocks noGrp="1"/>
          </p:cNvSpPr>
          <p:nvPr>
            <p:ph type="title" idx="8"/>
          </p:nvPr>
        </p:nvSpPr>
        <p:spPr>
          <a:xfrm>
            <a:off x="4844275" y="3581862"/>
            <a:ext cx="1363200" cy="4338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3000"/>
              <a:buFont typeface="Anton"/>
              <a:buNone/>
              <a:defRPr b="0"/>
            </a:lvl1pPr>
            <a:lvl2pPr lvl="1" algn="ctr">
              <a:spcBef>
                <a:spcPts val="0"/>
              </a:spcBef>
              <a:spcAft>
                <a:spcPts val="0"/>
              </a:spcAft>
              <a:buClr>
                <a:schemeClr val="lt1"/>
              </a:buClr>
              <a:buSzPts val="3000"/>
              <a:buFont typeface="Anton"/>
              <a:buNone/>
              <a:defRPr/>
            </a:lvl2pPr>
            <a:lvl3pPr lvl="2" algn="ctr">
              <a:spcBef>
                <a:spcPts val="0"/>
              </a:spcBef>
              <a:spcAft>
                <a:spcPts val="0"/>
              </a:spcAft>
              <a:buClr>
                <a:schemeClr val="lt1"/>
              </a:buClr>
              <a:buSzPts val="3000"/>
              <a:buFont typeface="Anton"/>
              <a:buNone/>
              <a:defRPr/>
            </a:lvl3pPr>
            <a:lvl4pPr lvl="3" algn="ctr">
              <a:spcBef>
                <a:spcPts val="0"/>
              </a:spcBef>
              <a:spcAft>
                <a:spcPts val="0"/>
              </a:spcAft>
              <a:buClr>
                <a:schemeClr val="lt1"/>
              </a:buClr>
              <a:buSzPts val="3000"/>
              <a:buFont typeface="Anton"/>
              <a:buNone/>
              <a:defRPr/>
            </a:lvl4pPr>
            <a:lvl5pPr lvl="4" algn="ctr">
              <a:spcBef>
                <a:spcPts val="0"/>
              </a:spcBef>
              <a:spcAft>
                <a:spcPts val="0"/>
              </a:spcAft>
              <a:buClr>
                <a:schemeClr val="lt1"/>
              </a:buClr>
              <a:buSzPts val="3000"/>
              <a:buFont typeface="Anton"/>
              <a:buNone/>
              <a:defRPr/>
            </a:lvl5pPr>
            <a:lvl6pPr lvl="5" algn="ctr">
              <a:spcBef>
                <a:spcPts val="0"/>
              </a:spcBef>
              <a:spcAft>
                <a:spcPts val="0"/>
              </a:spcAft>
              <a:buClr>
                <a:schemeClr val="lt1"/>
              </a:buClr>
              <a:buSzPts val="3000"/>
              <a:buFont typeface="Anton"/>
              <a:buNone/>
              <a:defRPr/>
            </a:lvl6pPr>
            <a:lvl7pPr lvl="6" algn="ctr">
              <a:spcBef>
                <a:spcPts val="0"/>
              </a:spcBef>
              <a:spcAft>
                <a:spcPts val="0"/>
              </a:spcAft>
              <a:buClr>
                <a:schemeClr val="lt1"/>
              </a:buClr>
              <a:buSzPts val="3000"/>
              <a:buFont typeface="Anton"/>
              <a:buNone/>
              <a:defRPr/>
            </a:lvl7pPr>
            <a:lvl8pPr lvl="7" algn="ctr">
              <a:spcBef>
                <a:spcPts val="0"/>
              </a:spcBef>
              <a:spcAft>
                <a:spcPts val="0"/>
              </a:spcAft>
              <a:buClr>
                <a:schemeClr val="lt1"/>
              </a:buClr>
              <a:buSzPts val="3000"/>
              <a:buFont typeface="Anton"/>
              <a:buNone/>
              <a:defRPr/>
            </a:lvl8pPr>
            <a:lvl9pPr lvl="8" algn="ctr">
              <a:spcBef>
                <a:spcPts val="0"/>
              </a:spcBef>
              <a:spcAft>
                <a:spcPts val="0"/>
              </a:spcAft>
              <a:buClr>
                <a:schemeClr val="lt1"/>
              </a:buClr>
              <a:buSzPts val="3000"/>
              <a:buFont typeface="Anton"/>
              <a:buNone/>
              <a:defRPr/>
            </a:lvl9pPr>
          </a:lstStyle>
          <a:p>
            <a:endParaRPr/>
          </a:p>
        </p:txBody>
      </p:sp>
      <p:sp>
        <p:nvSpPr>
          <p:cNvPr id="841" name="Google Shape;841;p20"/>
          <p:cNvSpPr txBox="1">
            <a:spLocks noGrp="1"/>
          </p:cNvSpPr>
          <p:nvPr>
            <p:ph type="subTitle" idx="9"/>
          </p:nvPr>
        </p:nvSpPr>
        <p:spPr>
          <a:xfrm>
            <a:off x="4844325" y="4006913"/>
            <a:ext cx="1363200" cy="261000"/>
          </a:xfrm>
          <a:prstGeom prst="rect">
            <a:avLst/>
          </a:prstGeom>
        </p:spPr>
        <p:txBody>
          <a:bodyPr spcFirstLastPara="1" wrap="square" lIns="91425" tIns="91425" rIns="91425" bIns="91425" anchor="ctr" anchorCtr="0">
            <a:noAutofit/>
          </a:bodyPr>
          <a:lstStyle>
            <a:lvl1pPr lvl="0" algn="ctr">
              <a:spcBef>
                <a:spcPts val="0"/>
              </a:spcBef>
              <a:spcAft>
                <a:spcPts val="0"/>
              </a:spcAft>
              <a:buSzPts val="1000"/>
              <a:buNone/>
              <a:defRPr sz="1000"/>
            </a:lvl1pPr>
            <a:lvl2pPr lvl="1" algn="ctr">
              <a:spcBef>
                <a:spcPts val="800"/>
              </a:spcBef>
              <a:spcAft>
                <a:spcPts val="0"/>
              </a:spcAft>
              <a:buSzPts val="1000"/>
              <a:buNone/>
              <a:defRPr sz="1000"/>
            </a:lvl2pPr>
            <a:lvl3pPr lvl="2" algn="ctr">
              <a:spcBef>
                <a:spcPts val="800"/>
              </a:spcBef>
              <a:spcAft>
                <a:spcPts val="0"/>
              </a:spcAft>
              <a:buSzPts val="1000"/>
              <a:buNone/>
              <a:defRPr sz="1000"/>
            </a:lvl3pPr>
            <a:lvl4pPr lvl="3" algn="ctr">
              <a:spcBef>
                <a:spcPts val="800"/>
              </a:spcBef>
              <a:spcAft>
                <a:spcPts val="0"/>
              </a:spcAft>
              <a:buSzPts val="1000"/>
              <a:buNone/>
              <a:defRPr sz="1000"/>
            </a:lvl4pPr>
            <a:lvl5pPr lvl="4" algn="ctr">
              <a:spcBef>
                <a:spcPts val="800"/>
              </a:spcBef>
              <a:spcAft>
                <a:spcPts val="0"/>
              </a:spcAft>
              <a:buSzPts val="1000"/>
              <a:buNone/>
              <a:defRPr sz="1000"/>
            </a:lvl5pPr>
            <a:lvl6pPr lvl="5" algn="ctr">
              <a:spcBef>
                <a:spcPts val="800"/>
              </a:spcBef>
              <a:spcAft>
                <a:spcPts val="0"/>
              </a:spcAft>
              <a:buSzPts val="1000"/>
              <a:buNone/>
              <a:defRPr sz="1000"/>
            </a:lvl6pPr>
            <a:lvl7pPr lvl="6" algn="ctr">
              <a:spcBef>
                <a:spcPts val="800"/>
              </a:spcBef>
              <a:spcAft>
                <a:spcPts val="0"/>
              </a:spcAft>
              <a:buSzPts val="1000"/>
              <a:buNone/>
              <a:defRPr sz="1000"/>
            </a:lvl7pPr>
            <a:lvl8pPr lvl="7" algn="ctr">
              <a:spcBef>
                <a:spcPts val="800"/>
              </a:spcBef>
              <a:spcAft>
                <a:spcPts val="0"/>
              </a:spcAft>
              <a:buSzPts val="1000"/>
              <a:buNone/>
              <a:defRPr sz="1000"/>
            </a:lvl8pPr>
            <a:lvl9pPr lvl="8" algn="ctr">
              <a:spcBef>
                <a:spcPts val="800"/>
              </a:spcBef>
              <a:spcAft>
                <a:spcPts val="800"/>
              </a:spcAft>
              <a:buSzPts val="1000"/>
              <a:buNone/>
              <a:defRPr sz="1000"/>
            </a:lvl9pPr>
          </a:lstStyle>
          <a:p>
            <a:endParaRPr/>
          </a:p>
        </p:txBody>
      </p:sp>
      <p:sp>
        <p:nvSpPr>
          <p:cNvPr id="842" name="Google Shape;842;p20"/>
          <p:cNvSpPr txBox="1">
            <a:spLocks noGrp="1"/>
          </p:cNvSpPr>
          <p:nvPr>
            <p:ph type="body" idx="13"/>
          </p:nvPr>
        </p:nvSpPr>
        <p:spPr>
          <a:xfrm>
            <a:off x="4831275" y="508775"/>
            <a:ext cx="3005100" cy="1253700"/>
          </a:xfrm>
          <a:prstGeom prst="rect">
            <a:avLst/>
          </a:prstGeom>
        </p:spPr>
        <p:txBody>
          <a:bodyPr spcFirstLastPara="1" wrap="square" lIns="91425" tIns="91425" rIns="91425" bIns="91425" anchor="t" anchorCtr="0">
            <a:normAutofit/>
          </a:bodyPr>
          <a:lstStyle>
            <a:lvl1pPr marL="457200" lvl="0" indent="-292100">
              <a:spcBef>
                <a:spcPts val="0"/>
              </a:spcBef>
              <a:spcAft>
                <a:spcPts val="0"/>
              </a:spcAft>
              <a:buSzPts val="1000"/>
              <a:buChar char="●"/>
              <a:defRPr sz="1000"/>
            </a:lvl1pPr>
            <a:lvl2pPr marL="914400" lvl="1" indent="-292100">
              <a:spcBef>
                <a:spcPts val="800"/>
              </a:spcBef>
              <a:spcAft>
                <a:spcPts val="0"/>
              </a:spcAft>
              <a:buSzPts val="1000"/>
              <a:buChar char="○"/>
              <a:defRPr sz="1000"/>
            </a:lvl2pPr>
            <a:lvl3pPr marL="1371600" lvl="2" indent="-292100">
              <a:spcBef>
                <a:spcPts val="800"/>
              </a:spcBef>
              <a:spcAft>
                <a:spcPts val="0"/>
              </a:spcAft>
              <a:buSzPts val="1000"/>
              <a:buChar char="■"/>
              <a:defRPr sz="1000"/>
            </a:lvl3pPr>
            <a:lvl4pPr marL="1828800" lvl="3" indent="-292100">
              <a:spcBef>
                <a:spcPts val="800"/>
              </a:spcBef>
              <a:spcAft>
                <a:spcPts val="0"/>
              </a:spcAft>
              <a:buSzPts val="1000"/>
              <a:buChar char="●"/>
              <a:defRPr sz="1000"/>
            </a:lvl4pPr>
            <a:lvl5pPr marL="2286000" lvl="4" indent="-292100">
              <a:spcBef>
                <a:spcPts val="800"/>
              </a:spcBef>
              <a:spcAft>
                <a:spcPts val="0"/>
              </a:spcAft>
              <a:buSzPts val="1000"/>
              <a:buChar char="○"/>
              <a:defRPr sz="1000"/>
            </a:lvl5pPr>
            <a:lvl6pPr marL="2743200" lvl="5" indent="-292100">
              <a:spcBef>
                <a:spcPts val="800"/>
              </a:spcBef>
              <a:spcAft>
                <a:spcPts val="0"/>
              </a:spcAft>
              <a:buSzPts val="1000"/>
              <a:buChar char="■"/>
              <a:defRPr sz="1000"/>
            </a:lvl6pPr>
            <a:lvl7pPr marL="3200400" lvl="6" indent="-292100">
              <a:spcBef>
                <a:spcPts val="800"/>
              </a:spcBef>
              <a:spcAft>
                <a:spcPts val="0"/>
              </a:spcAft>
              <a:buSzPts val="1000"/>
              <a:buChar char="●"/>
              <a:defRPr sz="1000"/>
            </a:lvl7pPr>
            <a:lvl8pPr marL="3657600" lvl="7" indent="-292100">
              <a:spcBef>
                <a:spcPts val="800"/>
              </a:spcBef>
              <a:spcAft>
                <a:spcPts val="0"/>
              </a:spcAft>
              <a:buSzPts val="1000"/>
              <a:buChar char="○"/>
              <a:defRPr sz="1000"/>
            </a:lvl8pPr>
            <a:lvl9pPr marL="4114800" lvl="8" indent="-292100">
              <a:spcBef>
                <a:spcPts val="800"/>
              </a:spcBef>
              <a:spcAft>
                <a:spcPts val="800"/>
              </a:spcAft>
              <a:buSzPts val="1000"/>
              <a:buChar char="■"/>
              <a:defRPr sz="10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Quarterly Goal">
  <p:cSld name="CUSTOM_1_1_3_1_2">
    <p:spTree>
      <p:nvGrpSpPr>
        <p:cNvPr id="1" name="Shape 843"/>
        <p:cNvGrpSpPr/>
        <p:nvPr/>
      </p:nvGrpSpPr>
      <p:grpSpPr>
        <a:xfrm>
          <a:off x="0" y="0"/>
          <a:ext cx="0" cy="0"/>
          <a:chOff x="0" y="0"/>
          <a:chExt cx="0" cy="0"/>
        </a:xfrm>
      </p:grpSpPr>
      <p:grpSp>
        <p:nvGrpSpPr>
          <p:cNvPr id="844" name="Google Shape;844;p21"/>
          <p:cNvGrpSpPr/>
          <p:nvPr/>
        </p:nvGrpSpPr>
        <p:grpSpPr>
          <a:xfrm>
            <a:off x="392964" y="576950"/>
            <a:ext cx="8764835" cy="4114800"/>
            <a:chOff x="374175" y="576950"/>
            <a:chExt cx="8783280" cy="4114800"/>
          </a:xfrm>
        </p:grpSpPr>
        <p:cxnSp>
          <p:nvCxnSpPr>
            <p:cNvPr id="845" name="Google Shape;845;p21"/>
            <p:cNvCxnSpPr/>
            <p:nvPr/>
          </p:nvCxnSpPr>
          <p:spPr>
            <a:xfrm>
              <a:off x="374175" y="576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46" name="Google Shape;846;p21"/>
            <p:cNvCxnSpPr/>
            <p:nvPr/>
          </p:nvCxnSpPr>
          <p:spPr>
            <a:xfrm>
              <a:off x="380655" y="1110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47" name="Google Shape;847;p21"/>
            <p:cNvCxnSpPr/>
            <p:nvPr/>
          </p:nvCxnSpPr>
          <p:spPr>
            <a:xfrm>
              <a:off x="380655" y="1643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48" name="Google Shape;848;p21"/>
            <p:cNvCxnSpPr/>
            <p:nvPr/>
          </p:nvCxnSpPr>
          <p:spPr>
            <a:xfrm>
              <a:off x="380655" y="2100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49" name="Google Shape;849;p21"/>
            <p:cNvCxnSpPr/>
            <p:nvPr/>
          </p:nvCxnSpPr>
          <p:spPr>
            <a:xfrm>
              <a:off x="380655" y="2634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50" name="Google Shape;850;p21"/>
            <p:cNvCxnSpPr/>
            <p:nvPr/>
          </p:nvCxnSpPr>
          <p:spPr>
            <a:xfrm>
              <a:off x="380655" y="3167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51" name="Google Shape;851;p21"/>
            <p:cNvCxnSpPr/>
            <p:nvPr/>
          </p:nvCxnSpPr>
          <p:spPr>
            <a:xfrm>
              <a:off x="380655" y="3624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52" name="Google Shape;852;p21"/>
            <p:cNvCxnSpPr/>
            <p:nvPr/>
          </p:nvCxnSpPr>
          <p:spPr>
            <a:xfrm>
              <a:off x="380655" y="4158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53" name="Google Shape;853;p21"/>
            <p:cNvCxnSpPr/>
            <p:nvPr/>
          </p:nvCxnSpPr>
          <p:spPr>
            <a:xfrm>
              <a:off x="380655" y="4691750"/>
              <a:ext cx="8776800" cy="0"/>
            </a:xfrm>
            <a:prstGeom prst="straightConnector1">
              <a:avLst/>
            </a:prstGeom>
            <a:noFill/>
            <a:ln w="9525" cap="flat" cmpd="sng">
              <a:solidFill>
                <a:schemeClr val="accent5"/>
              </a:solidFill>
              <a:prstDash val="solid"/>
              <a:round/>
              <a:headEnd type="none" w="sm" len="sm"/>
              <a:tailEnd type="none" w="sm" len="sm"/>
            </a:ln>
          </p:spPr>
        </p:cxnSp>
      </p:grpSp>
      <p:sp>
        <p:nvSpPr>
          <p:cNvPr id="854" name="Google Shape;854;p21"/>
          <p:cNvSpPr txBox="1">
            <a:spLocks noGrp="1"/>
          </p:cNvSpPr>
          <p:nvPr>
            <p:ph type="subTitle" idx="1"/>
          </p:nvPr>
        </p:nvSpPr>
        <p:spPr>
          <a:xfrm>
            <a:off x="3063300" y="413950"/>
            <a:ext cx="2445000" cy="9111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800"/>
              <a:buFont typeface="Arial"/>
              <a:buNone/>
              <a:defRPr sz="1000">
                <a:latin typeface="Manrope Medium"/>
                <a:ea typeface="Manrope Medium"/>
                <a:cs typeface="Manrope Medium"/>
                <a:sym typeface="Manrope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5" name="Google Shape;855;p21"/>
          <p:cNvSpPr txBox="1">
            <a:spLocks noGrp="1"/>
          </p:cNvSpPr>
          <p:nvPr>
            <p:ph type="title"/>
          </p:nvPr>
        </p:nvSpPr>
        <p:spPr>
          <a:xfrm>
            <a:off x="513300" y="419950"/>
            <a:ext cx="2641500" cy="1015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1400"/>
              <a:buNone/>
              <a:defRPr b="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
        <p:nvSpPr>
          <p:cNvPr id="856" name="Google Shape;856;p21"/>
          <p:cNvSpPr txBox="1">
            <a:spLocks noGrp="1"/>
          </p:cNvSpPr>
          <p:nvPr>
            <p:ph type="title" idx="2"/>
          </p:nvPr>
        </p:nvSpPr>
        <p:spPr>
          <a:xfrm>
            <a:off x="1060026" y="1816375"/>
            <a:ext cx="2181900" cy="2364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57" name="Google Shape;857;p21"/>
          <p:cNvSpPr txBox="1">
            <a:spLocks noGrp="1"/>
          </p:cNvSpPr>
          <p:nvPr>
            <p:ph type="body" idx="3"/>
          </p:nvPr>
        </p:nvSpPr>
        <p:spPr>
          <a:xfrm>
            <a:off x="1059900" y="2124925"/>
            <a:ext cx="2181900" cy="363300"/>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58" name="Google Shape;858;p21"/>
          <p:cNvSpPr txBox="1">
            <a:spLocks noGrp="1"/>
          </p:cNvSpPr>
          <p:nvPr>
            <p:ph type="title" idx="4"/>
          </p:nvPr>
        </p:nvSpPr>
        <p:spPr>
          <a:xfrm rot="132356">
            <a:off x="955546" y="2826529"/>
            <a:ext cx="2182317" cy="236571"/>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59" name="Google Shape;859;p21"/>
          <p:cNvSpPr txBox="1">
            <a:spLocks noGrp="1"/>
          </p:cNvSpPr>
          <p:nvPr>
            <p:ph type="body" idx="5"/>
          </p:nvPr>
        </p:nvSpPr>
        <p:spPr>
          <a:xfrm rot="132356">
            <a:off x="941064" y="3134798"/>
            <a:ext cx="2182317" cy="363274"/>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60" name="Google Shape;860;p21"/>
          <p:cNvSpPr txBox="1">
            <a:spLocks noGrp="1"/>
          </p:cNvSpPr>
          <p:nvPr>
            <p:ph type="title" idx="6"/>
          </p:nvPr>
        </p:nvSpPr>
        <p:spPr>
          <a:xfrm>
            <a:off x="980676" y="3873125"/>
            <a:ext cx="2181900" cy="2364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61" name="Google Shape;861;p21"/>
          <p:cNvSpPr txBox="1">
            <a:spLocks noGrp="1"/>
          </p:cNvSpPr>
          <p:nvPr>
            <p:ph type="body" idx="7"/>
          </p:nvPr>
        </p:nvSpPr>
        <p:spPr>
          <a:xfrm>
            <a:off x="980550" y="4181675"/>
            <a:ext cx="2181900" cy="363300"/>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62" name="Google Shape;862;p21"/>
          <p:cNvSpPr txBox="1">
            <a:spLocks noGrp="1"/>
          </p:cNvSpPr>
          <p:nvPr>
            <p:ph type="title" idx="8"/>
          </p:nvPr>
        </p:nvSpPr>
        <p:spPr>
          <a:xfrm rot="126099">
            <a:off x="4508764" y="2120094"/>
            <a:ext cx="1766989" cy="23626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63" name="Google Shape;863;p21"/>
          <p:cNvSpPr txBox="1">
            <a:spLocks noGrp="1"/>
          </p:cNvSpPr>
          <p:nvPr>
            <p:ph type="body" idx="9"/>
          </p:nvPr>
        </p:nvSpPr>
        <p:spPr>
          <a:xfrm rot="125772">
            <a:off x="4492678" y="2428187"/>
            <a:ext cx="1763380" cy="499236"/>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64" name="Google Shape;864;p21"/>
          <p:cNvSpPr txBox="1">
            <a:spLocks noGrp="1"/>
          </p:cNvSpPr>
          <p:nvPr>
            <p:ph type="title" idx="13"/>
          </p:nvPr>
        </p:nvSpPr>
        <p:spPr>
          <a:xfrm>
            <a:off x="7140350" y="2580150"/>
            <a:ext cx="1377000" cy="3945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65" name="Google Shape;865;p21"/>
          <p:cNvSpPr txBox="1">
            <a:spLocks noGrp="1"/>
          </p:cNvSpPr>
          <p:nvPr>
            <p:ph type="body" idx="14"/>
          </p:nvPr>
        </p:nvSpPr>
        <p:spPr>
          <a:xfrm>
            <a:off x="7142825" y="3047175"/>
            <a:ext cx="1377000" cy="827700"/>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66" name="Google Shape;866;p21"/>
          <p:cNvSpPr txBox="1">
            <a:spLocks noGrp="1"/>
          </p:cNvSpPr>
          <p:nvPr>
            <p:ph type="title" idx="15"/>
          </p:nvPr>
        </p:nvSpPr>
        <p:spPr>
          <a:xfrm>
            <a:off x="4505150" y="3400100"/>
            <a:ext cx="1725000" cy="2364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lt1"/>
              </a:buClr>
              <a:buSzPts val="1000"/>
              <a:buFont typeface="Manrope"/>
              <a:buNone/>
              <a:defRPr sz="1000">
                <a:latin typeface="Manrope"/>
                <a:ea typeface="Manrope"/>
                <a:cs typeface="Manrope"/>
                <a:sym typeface="Manrope"/>
              </a:defRPr>
            </a:lvl1pPr>
            <a:lvl2pPr lvl="1">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2pPr>
            <a:lvl3pPr lvl="2">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3pPr>
            <a:lvl4pPr lvl="3">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4pPr>
            <a:lvl5pPr lvl="4">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5pPr>
            <a:lvl6pPr lvl="5">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6pPr>
            <a:lvl7pPr lvl="6">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7pPr>
            <a:lvl8pPr lvl="7">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8pPr>
            <a:lvl9pPr lvl="8">
              <a:lnSpc>
                <a:spcPct val="100000"/>
              </a:lnSpc>
              <a:spcBef>
                <a:spcPts val="0"/>
              </a:spcBef>
              <a:spcAft>
                <a:spcPts val="0"/>
              </a:spcAft>
              <a:buClr>
                <a:schemeClr val="lt1"/>
              </a:buClr>
              <a:buSzPts val="1000"/>
              <a:buFont typeface="Manrope"/>
              <a:buNone/>
              <a:defRPr sz="1000" b="1">
                <a:latin typeface="Manrope"/>
                <a:ea typeface="Manrope"/>
                <a:cs typeface="Manrope"/>
                <a:sym typeface="Manrope"/>
              </a:defRPr>
            </a:lvl9pPr>
          </a:lstStyle>
          <a:p>
            <a:endParaRPr/>
          </a:p>
        </p:txBody>
      </p:sp>
      <p:sp>
        <p:nvSpPr>
          <p:cNvPr id="867" name="Google Shape;867;p21"/>
          <p:cNvSpPr txBox="1">
            <a:spLocks noGrp="1"/>
          </p:cNvSpPr>
          <p:nvPr>
            <p:ph type="body" idx="16"/>
          </p:nvPr>
        </p:nvSpPr>
        <p:spPr>
          <a:xfrm>
            <a:off x="4505025" y="3708650"/>
            <a:ext cx="1725000" cy="527100"/>
          </a:xfrm>
          <a:prstGeom prst="rect">
            <a:avLst/>
          </a:prstGeom>
        </p:spPr>
        <p:txBody>
          <a:bodyPr spcFirstLastPara="1" wrap="square" lIns="91425" tIns="0" rIns="91425" bIns="0" anchor="t" anchorCtr="0">
            <a:norm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ustom Background Title">
  <p:cSld name="CUSTOM_1_1_1_1_1_2">
    <p:bg>
      <p:bgPr>
        <a:solidFill>
          <a:schemeClr val="accent3"/>
        </a:solidFill>
        <a:effectLst/>
      </p:bgPr>
    </p:bg>
    <p:spTree>
      <p:nvGrpSpPr>
        <p:cNvPr id="1" name="Shape 868"/>
        <p:cNvGrpSpPr/>
        <p:nvPr/>
      </p:nvGrpSpPr>
      <p:grpSpPr>
        <a:xfrm>
          <a:off x="0" y="0"/>
          <a:ext cx="0" cy="0"/>
          <a:chOff x="0" y="0"/>
          <a:chExt cx="0" cy="0"/>
        </a:xfrm>
      </p:grpSpPr>
      <p:sp>
        <p:nvSpPr>
          <p:cNvPr id="869" name="Google Shape;869;p22"/>
          <p:cNvSpPr/>
          <p:nvPr/>
        </p:nvSpPr>
        <p:spPr>
          <a:xfrm rot="10800000">
            <a:off x="7960900" y="-13950"/>
            <a:ext cx="1192200" cy="1198200"/>
          </a:xfrm>
          <a:prstGeom prst="rtTriangl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70" name="Google Shape;870;p22"/>
          <p:cNvSpPr/>
          <p:nvPr/>
        </p:nvSpPr>
        <p:spPr>
          <a:xfrm>
            <a:off x="7735575" y="-10150"/>
            <a:ext cx="1428750" cy="1320800"/>
          </a:xfrm>
          <a:custGeom>
            <a:avLst/>
            <a:gdLst/>
            <a:ahLst/>
            <a:cxnLst/>
            <a:rect l="l" t="t" r="r" b="b"/>
            <a:pathLst>
              <a:path w="57150" h="52832" extrusionOk="0">
                <a:moveTo>
                  <a:pt x="4572" y="0"/>
                </a:moveTo>
                <a:lnTo>
                  <a:pt x="0" y="51308"/>
                </a:lnTo>
                <a:lnTo>
                  <a:pt x="57150" y="52832"/>
                </a:lnTo>
                <a:lnTo>
                  <a:pt x="57150" y="47752"/>
                </a:lnTo>
                <a:lnTo>
                  <a:pt x="9144" y="0"/>
                </a:lnTo>
                <a:close/>
              </a:path>
            </a:pathLst>
          </a:custGeom>
          <a:solidFill>
            <a:schemeClr val="dk1"/>
          </a:solidFill>
          <a:ln>
            <a:noFill/>
          </a:ln>
        </p:spPr>
      </p:sp>
      <p:sp>
        <p:nvSpPr>
          <p:cNvPr id="871" name="Google Shape;871;p22"/>
          <p:cNvSpPr txBox="1">
            <a:spLocks noGrp="1"/>
          </p:cNvSpPr>
          <p:nvPr>
            <p:ph type="title"/>
          </p:nvPr>
        </p:nvSpPr>
        <p:spPr>
          <a:xfrm>
            <a:off x="508875" y="1998400"/>
            <a:ext cx="6149700" cy="1847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6000"/>
              <a:buNone/>
              <a:defRPr sz="6000" b="0"/>
            </a:lvl1pPr>
            <a:lvl2pPr lvl="1">
              <a:spcBef>
                <a:spcPts val="0"/>
              </a:spcBef>
              <a:spcAft>
                <a:spcPts val="0"/>
              </a:spcAft>
              <a:buClr>
                <a:schemeClr val="lt1"/>
              </a:buClr>
              <a:buSzPts val="6000"/>
              <a:buNone/>
              <a:defRPr sz="6000"/>
            </a:lvl2pPr>
            <a:lvl3pPr lvl="2">
              <a:spcBef>
                <a:spcPts val="0"/>
              </a:spcBef>
              <a:spcAft>
                <a:spcPts val="0"/>
              </a:spcAft>
              <a:buClr>
                <a:schemeClr val="lt1"/>
              </a:buClr>
              <a:buSzPts val="6000"/>
              <a:buNone/>
              <a:defRPr sz="6000"/>
            </a:lvl3pPr>
            <a:lvl4pPr lvl="3">
              <a:spcBef>
                <a:spcPts val="0"/>
              </a:spcBef>
              <a:spcAft>
                <a:spcPts val="0"/>
              </a:spcAft>
              <a:buClr>
                <a:schemeClr val="lt1"/>
              </a:buClr>
              <a:buSzPts val="6000"/>
              <a:buNone/>
              <a:defRPr sz="6000"/>
            </a:lvl4pPr>
            <a:lvl5pPr lvl="4">
              <a:spcBef>
                <a:spcPts val="0"/>
              </a:spcBef>
              <a:spcAft>
                <a:spcPts val="0"/>
              </a:spcAft>
              <a:buClr>
                <a:schemeClr val="lt1"/>
              </a:buClr>
              <a:buSzPts val="6000"/>
              <a:buNone/>
              <a:defRPr sz="6000"/>
            </a:lvl5pPr>
            <a:lvl6pPr lvl="5">
              <a:spcBef>
                <a:spcPts val="0"/>
              </a:spcBef>
              <a:spcAft>
                <a:spcPts val="0"/>
              </a:spcAft>
              <a:buClr>
                <a:schemeClr val="lt1"/>
              </a:buClr>
              <a:buSzPts val="6000"/>
              <a:buNone/>
              <a:defRPr sz="6000"/>
            </a:lvl6pPr>
            <a:lvl7pPr lvl="6">
              <a:spcBef>
                <a:spcPts val="0"/>
              </a:spcBef>
              <a:spcAft>
                <a:spcPts val="0"/>
              </a:spcAft>
              <a:buClr>
                <a:schemeClr val="lt1"/>
              </a:buClr>
              <a:buSzPts val="6000"/>
              <a:buNone/>
              <a:defRPr sz="6000"/>
            </a:lvl7pPr>
            <a:lvl8pPr lvl="7">
              <a:spcBef>
                <a:spcPts val="0"/>
              </a:spcBef>
              <a:spcAft>
                <a:spcPts val="0"/>
              </a:spcAft>
              <a:buClr>
                <a:schemeClr val="lt1"/>
              </a:buClr>
              <a:buSzPts val="6000"/>
              <a:buNone/>
              <a:defRPr sz="6000"/>
            </a:lvl8pPr>
            <a:lvl9pPr lvl="8">
              <a:spcBef>
                <a:spcPts val="0"/>
              </a:spcBef>
              <a:spcAft>
                <a:spcPts val="0"/>
              </a:spcAft>
              <a:buClr>
                <a:schemeClr val="lt1"/>
              </a:buClr>
              <a:buSzPts val="6000"/>
              <a:buNone/>
              <a:defRPr sz="6000"/>
            </a:lvl9pPr>
          </a:lstStyle>
          <a:p>
            <a:endParaRPr/>
          </a:p>
        </p:txBody>
      </p:sp>
      <p:sp>
        <p:nvSpPr>
          <p:cNvPr id="872" name="Google Shape;872;p22"/>
          <p:cNvSpPr txBox="1">
            <a:spLocks noGrp="1"/>
          </p:cNvSpPr>
          <p:nvPr>
            <p:ph type="body" idx="1"/>
          </p:nvPr>
        </p:nvSpPr>
        <p:spPr>
          <a:xfrm>
            <a:off x="508950" y="3845575"/>
            <a:ext cx="4499700" cy="8697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873" name="Google Shape;873;p22"/>
          <p:cNvSpPr txBox="1">
            <a:spLocks noGrp="1"/>
          </p:cNvSpPr>
          <p:nvPr>
            <p:ph type="subTitle" idx="2"/>
          </p:nvPr>
        </p:nvSpPr>
        <p:spPr>
          <a:xfrm rot="-252596">
            <a:off x="5199023" y="3875031"/>
            <a:ext cx="1487514" cy="689167"/>
          </a:xfrm>
          <a:prstGeom prst="rect">
            <a:avLst/>
          </a:prstGeom>
        </p:spPr>
        <p:txBody>
          <a:bodyPr spcFirstLastPara="1" wrap="square" lIns="182875" tIns="91425" rIns="182875" bIns="91425" anchor="ctr" anchorCtr="0">
            <a:noAutofit/>
          </a:bodyPr>
          <a:lstStyle>
            <a:lvl1pPr lvl="0" algn="ctr">
              <a:spcBef>
                <a:spcPts val="0"/>
              </a:spcBef>
              <a:spcAft>
                <a:spcPts val="0"/>
              </a:spcAft>
              <a:buSzPts val="1200"/>
              <a:buNone/>
              <a:defRPr b="1"/>
            </a:lvl1pPr>
            <a:lvl2pPr lvl="1" algn="ctr">
              <a:spcBef>
                <a:spcPts val="800"/>
              </a:spcBef>
              <a:spcAft>
                <a:spcPts val="0"/>
              </a:spcAft>
              <a:buSzPts val="1000"/>
              <a:buNone/>
              <a:defRPr sz="1000" b="1"/>
            </a:lvl2pPr>
            <a:lvl3pPr lvl="2" algn="ctr">
              <a:spcBef>
                <a:spcPts val="800"/>
              </a:spcBef>
              <a:spcAft>
                <a:spcPts val="0"/>
              </a:spcAft>
              <a:buSzPts val="1000"/>
              <a:buNone/>
              <a:defRPr sz="1000" b="1"/>
            </a:lvl3pPr>
            <a:lvl4pPr lvl="3" algn="ctr">
              <a:spcBef>
                <a:spcPts val="800"/>
              </a:spcBef>
              <a:spcAft>
                <a:spcPts val="0"/>
              </a:spcAft>
              <a:buSzPts val="1000"/>
              <a:buNone/>
              <a:defRPr sz="1000" b="1"/>
            </a:lvl4pPr>
            <a:lvl5pPr lvl="4" algn="ctr">
              <a:spcBef>
                <a:spcPts val="800"/>
              </a:spcBef>
              <a:spcAft>
                <a:spcPts val="0"/>
              </a:spcAft>
              <a:buSzPts val="1000"/>
              <a:buNone/>
              <a:defRPr sz="1000" b="1"/>
            </a:lvl5pPr>
            <a:lvl6pPr lvl="5" algn="ctr">
              <a:spcBef>
                <a:spcPts val="800"/>
              </a:spcBef>
              <a:spcAft>
                <a:spcPts val="0"/>
              </a:spcAft>
              <a:buSzPts val="1000"/>
              <a:buNone/>
              <a:defRPr sz="1000" b="1"/>
            </a:lvl6pPr>
            <a:lvl7pPr lvl="6" algn="ctr">
              <a:spcBef>
                <a:spcPts val="800"/>
              </a:spcBef>
              <a:spcAft>
                <a:spcPts val="0"/>
              </a:spcAft>
              <a:buSzPts val="1000"/>
              <a:buNone/>
              <a:defRPr sz="1000" b="1"/>
            </a:lvl7pPr>
            <a:lvl8pPr lvl="7" algn="ctr">
              <a:spcBef>
                <a:spcPts val="800"/>
              </a:spcBef>
              <a:spcAft>
                <a:spcPts val="0"/>
              </a:spcAft>
              <a:buSzPts val="1000"/>
              <a:buNone/>
              <a:defRPr sz="1000" b="1"/>
            </a:lvl8pPr>
            <a:lvl9pPr lvl="8" algn="ctr">
              <a:spcBef>
                <a:spcPts val="800"/>
              </a:spcBef>
              <a:spcAft>
                <a:spcPts val="800"/>
              </a:spcAft>
              <a:buSzPts val="1000"/>
              <a:buNone/>
              <a:defRPr sz="1000" b="1"/>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4 Notes with dark background">
  <p:cSld name="CUSTOM_1_1_1_4">
    <p:bg>
      <p:bgPr>
        <a:solidFill>
          <a:schemeClr val="lt1"/>
        </a:solidFill>
        <a:effectLst/>
      </p:bgPr>
    </p:bg>
    <p:spTree>
      <p:nvGrpSpPr>
        <p:cNvPr id="1" name="Shape 874"/>
        <p:cNvGrpSpPr/>
        <p:nvPr/>
      </p:nvGrpSpPr>
      <p:grpSpPr>
        <a:xfrm>
          <a:off x="0" y="0"/>
          <a:ext cx="0" cy="0"/>
          <a:chOff x="0" y="0"/>
          <a:chExt cx="0" cy="0"/>
        </a:xfrm>
      </p:grpSpPr>
      <p:sp>
        <p:nvSpPr>
          <p:cNvPr id="875" name="Google Shape;875;p23"/>
          <p:cNvSpPr/>
          <p:nvPr/>
        </p:nvSpPr>
        <p:spPr>
          <a:xfrm>
            <a:off x="8352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76" name="Google Shape;876;p23"/>
          <p:cNvSpPr/>
          <p:nvPr/>
        </p:nvSpPr>
        <p:spPr>
          <a:xfrm>
            <a:off x="32736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77" name="Google Shape;877;p23"/>
          <p:cNvSpPr/>
          <p:nvPr/>
        </p:nvSpPr>
        <p:spPr>
          <a:xfrm>
            <a:off x="57120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878" name="Google Shape;878;p23"/>
          <p:cNvSpPr/>
          <p:nvPr/>
        </p:nvSpPr>
        <p:spPr>
          <a:xfrm>
            <a:off x="8150400" y="149400"/>
            <a:ext cx="158400" cy="158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cxnSp>
        <p:nvCxnSpPr>
          <p:cNvPr id="879" name="Google Shape;879;p23"/>
          <p:cNvCxnSpPr/>
          <p:nvPr/>
        </p:nvCxnSpPr>
        <p:spPr>
          <a:xfrm>
            <a:off x="0" y="457191"/>
            <a:ext cx="9140400" cy="0"/>
          </a:xfrm>
          <a:prstGeom prst="straightConnector1">
            <a:avLst/>
          </a:prstGeom>
          <a:noFill/>
          <a:ln w="9525" cap="flat" cmpd="sng">
            <a:solidFill>
              <a:schemeClr val="accent4"/>
            </a:solidFill>
            <a:prstDash val="solid"/>
            <a:round/>
            <a:headEnd type="none" w="sm" len="sm"/>
            <a:tailEnd type="none" w="sm" len="sm"/>
          </a:ln>
        </p:spPr>
      </p:cxnSp>
      <p:cxnSp>
        <p:nvCxnSpPr>
          <p:cNvPr id="880" name="Google Shape;880;p23"/>
          <p:cNvCxnSpPr/>
          <p:nvPr/>
        </p:nvCxnSpPr>
        <p:spPr>
          <a:xfrm>
            <a:off x="0" y="524791"/>
            <a:ext cx="9140400" cy="0"/>
          </a:xfrm>
          <a:prstGeom prst="straightConnector1">
            <a:avLst/>
          </a:prstGeom>
          <a:noFill/>
          <a:ln w="9525" cap="flat" cmpd="sng">
            <a:solidFill>
              <a:schemeClr val="accent4"/>
            </a:solidFill>
            <a:prstDash val="solid"/>
            <a:round/>
            <a:headEnd type="none" w="sm" len="sm"/>
            <a:tailEnd type="none" w="sm" len="sm"/>
          </a:ln>
        </p:spPr>
      </p:cxnSp>
      <p:sp>
        <p:nvSpPr>
          <p:cNvPr id="881" name="Google Shape;881;p23"/>
          <p:cNvSpPr txBox="1">
            <a:spLocks noGrp="1"/>
          </p:cNvSpPr>
          <p:nvPr>
            <p:ph type="title"/>
          </p:nvPr>
        </p:nvSpPr>
        <p:spPr>
          <a:xfrm>
            <a:off x="2563250" y="1900525"/>
            <a:ext cx="1767000" cy="1174200"/>
          </a:xfrm>
          <a:prstGeom prst="rect">
            <a:avLst/>
          </a:prstGeom>
        </p:spPr>
        <p:txBody>
          <a:bodyPr spcFirstLastPara="1" wrap="square" lIns="91425" tIns="91425" rIns="91425" bIns="91425" anchor="ctr" anchorCtr="0">
            <a:noAutofit/>
          </a:bodyPr>
          <a:lstStyle>
            <a:lvl1pPr lvl="0">
              <a:lnSpc>
                <a:spcPct val="115000"/>
              </a:lnSpc>
              <a:spcBef>
                <a:spcPts val="0"/>
              </a:spcBef>
              <a:spcAft>
                <a:spcPts val="0"/>
              </a:spcAft>
              <a:buClr>
                <a:schemeClr val="dk1"/>
              </a:buClr>
              <a:buSzPts val="900"/>
              <a:buFont typeface="Arial"/>
              <a:buNone/>
              <a:defRPr sz="1000">
                <a:solidFill>
                  <a:schemeClr val="dk1"/>
                </a:solidFill>
                <a:latin typeface="Manrope SemiBold"/>
                <a:ea typeface="Manrope SemiBold"/>
                <a:cs typeface="Manrope SemiBold"/>
                <a:sym typeface="Manrope SemiBold"/>
              </a:defRPr>
            </a:lvl1pPr>
            <a:lvl2pPr lvl="1">
              <a:spcBef>
                <a:spcPts val="100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82" name="Google Shape;882;p23"/>
          <p:cNvSpPr txBox="1">
            <a:spLocks noGrp="1"/>
          </p:cNvSpPr>
          <p:nvPr>
            <p:ph type="title" idx="2"/>
          </p:nvPr>
        </p:nvSpPr>
        <p:spPr>
          <a:xfrm rot="-261567">
            <a:off x="710939" y="1685986"/>
            <a:ext cx="1847044" cy="1173986"/>
          </a:xfrm>
          <a:prstGeom prst="rect">
            <a:avLst/>
          </a:prstGeom>
        </p:spPr>
        <p:txBody>
          <a:bodyPr spcFirstLastPara="1" wrap="square" lIns="274300" tIns="91425" rIns="91425" bIns="91425" anchor="ctr" anchorCtr="0">
            <a:spAutoFit/>
          </a:bodyPr>
          <a:lstStyle>
            <a:lvl1pPr lvl="0">
              <a:lnSpc>
                <a:spcPct val="115000"/>
              </a:lnSpc>
              <a:spcBef>
                <a:spcPts val="0"/>
              </a:spcBef>
              <a:spcAft>
                <a:spcPts val="0"/>
              </a:spcAft>
              <a:buClr>
                <a:schemeClr val="dk1"/>
              </a:buClr>
              <a:buSzPts val="1000"/>
              <a:buNone/>
              <a:defRPr sz="1000">
                <a:solidFill>
                  <a:schemeClr val="dk1"/>
                </a:solidFill>
                <a:latin typeface="Manrope SemiBold"/>
                <a:ea typeface="Manrope SemiBold"/>
                <a:cs typeface="Manrope SemiBold"/>
                <a:sym typeface="Manrope SemiBold"/>
              </a:defRPr>
            </a:lvl1pPr>
            <a:lvl2pPr lvl="1">
              <a:spcBef>
                <a:spcPts val="100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83" name="Google Shape;883;p23"/>
          <p:cNvSpPr txBox="1">
            <a:spLocks noGrp="1"/>
          </p:cNvSpPr>
          <p:nvPr>
            <p:ph type="title" idx="3"/>
          </p:nvPr>
        </p:nvSpPr>
        <p:spPr>
          <a:xfrm rot="520">
            <a:off x="4330173" y="1683025"/>
            <a:ext cx="1981500" cy="1310700"/>
          </a:xfrm>
          <a:prstGeom prst="rect">
            <a:avLst/>
          </a:prstGeom>
        </p:spPr>
        <p:txBody>
          <a:bodyPr spcFirstLastPara="1" wrap="square" lIns="274300" tIns="91425" rIns="91425" bIns="91425" anchor="ctr" anchorCtr="0">
            <a:noAutofit/>
          </a:bodyPr>
          <a:lstStyle>
            <a:lvl1pPr lvl="0">
              <a:lnSpc>
                <a:spcPct val="115000"/>
              </a:lnSpc>
              <a:spcBef>
                <a:spcPts val="0"/>
              </a:spcBef>
              <a:spcAft>
                <a:spcPts val="0"/>
              </a:spcAft>
              <a:buClr>
                <a:schemeClr val="dk1"/>
              </a:buClr>
              <a:buSzPts val="1000"/>
              <a:buNone/>
              <a:defRPr sz="1000">
                <a:solidFill>
                  <a:schemeClr val="dk1"/>
                </a:solidFill>
                <a:latin typeface="Manrope SemiBold"/>
                <a:ea typeface="Manrope SemiBold"/>
                <a:cs typeface="Manrope SemiBold"/>
                <a:sym typeface="Manrope SemiBold"/>
              </a:defRPr>
            </a:lvl1pPr>
            <a:lvl2pPr lvl="1">
              <a:spcBef>
                <a:spcPts val="100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84" name="Google Shape;884;p23"/>
          <p:cNvSpPr txBox="1">
            <a:spLocks noGrp="1"/>
          </p:cNvSpPr>
          <p:nvPr>
            <p:ph type="title" idx="4"/>
          </p:nvPr>
        </p:nvSpPr>
        <p:spPr>
          <a:xfrm rot="158281">
            <a:off x="6392594" y="1886282"/>
            <a:ext cx="1981500" cy="1310588"/>
          </a:xfrm>
          <a:prstGeom prst="rect">
            <a:avLst/>
          </a:prstGeom>
        </p:spPr>
        <p:txBody>
          <a:bodyPr spcFirstLastPara="1" wrap="square" lIns="274300" tIns="91425" rIns="91425" bIns="91425" anchor="ctr" anchorCtr="0">
            <a:noAutofit/>
          </a:bodyPr>
          <a:lstStyle>
            <a:lvl1pPr lvl="0">
              <a:lnSpc>
                <a:spcPct val="115000"/>
              </a:lnSpc>
              <a:spcBef>
                <a:spcPts val="0"/>
              </a:spcBef>
              <a:spcAft>
                <a:spcPts val="0"/>
              </a:spcAft>
              <a:buClr>
                <a:schemeClr val="dk1"/>
              </a:buClr>
              <a:buSzPts val="1000"/>
              <a:buNone/>
              <a:defRPr sz="1000">
                <a:solidFill>
                  <a:schemeClr val="dk1"/>
                </a:solidFill>
                <a:latin typeface="Manrope SemiBold"/>
                <a:ea typeface="Manrope SemiBold"/>
                <a:cs typeface="Manrope SemiBold"/>
                <a:sym typeface="Manrope SemiBold"/>
              </a:defRPr>
            </a:lvl1pPr>
            <a:lvl2pPr lvl="1">
              <a:spcBef>
                <a:spcPts val="100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85" name="Google Shape;885;p23"/>
          <p:cNvSpPr txBox="1">
            <a:spLocks noGrp="1"/>
          </p:cNvSpPr>
          <p:nvPr>
            <p:ph type="title" idx="5"/>
          </p:nvPr>
        </p:nvSpPr>
        <p:spPr>
          <a:xfrm rot="-204021">
            <a:off x="3560217" y="3689616"/>
            <a:ext cx="1608432" cy="681005"/>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dk1"/>
              </a:buClr>
              <a:buSzPts val="1200"/>
              <a:buFont typeface="Manrope"/>
              <a:buNone/>
              <a:defRPr sz="1200">
                <a:solidFill>
                  <a:schemeClr val="dk1"/>
                </a:solidFill>
                <a:latin typeface="Manrope"/>
                <a:ea typeface="Manrope"/>
                <a:cs typeface="Manrope"/>
                <a:sym typeface="Manrope"/>
              </a:defRPr>
            </a:lvl1pPr>
            <a:lvl2pPr lvl="1"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2pPr>
            <a:lvl3pPr lvl="2"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3pPr>
            <a:lvl4pPr lvl="3"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4pPr>
            <a:lvl5pPr lvl="4"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5pPr>
            <a:lvl6pPr lvl="5"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6pPr>
            <a:lvl7pPr lvl="6"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7pPr>
            <a:lvl8pPr lvl="7"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8pPr>
            <a:lvl9pPr lvl="8" algn="ctr">
              <a:spcBef>
                <a:spcPts val="0"/>
              </a:spcBef>
              <a:spcAft>
                <a:spcPts val="0"/>
              </a:spcAft>
              <a:buClr>
                <a:schemeClr val="dk1"/>
              </a:buClr>
              <a:buSzPts val="1200"/>
              <a:buFont typeface="Manrope"/>
              <a:buNone/>
              <a:defRPr sz="1200" b="1">
                <a:solidFill>
                  <a:schemeClr val="dk1"/>
                </a:solidFill>
                <a:latin typeface="Manrope"/>
                <a:ea typeface="Manrope"/>
                <a:cs typeface="Manrope"/>
                <a:sym typeface="Manrop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Headline and Subtitle - Alt 1">
  <p:cSld name="CUSTOM_1_1_3_1_3">
    <p:spTree>
      <p:nvGrpSpPr>
        <p:cNvPr id="1" name="Shape 886"/>
        <p:cNvGrpSpPr/>
        <p:nvPr/>
      </p:nvGrpSpPr>
      <p:grpSpPr>
        <a:xfrm>
          <a:off x="0" y="0"/>
          <a:ext cx="0" cy="0"/>
          <a:chOff x="0" y="0"/>
          <a:chExt cx="0" cy="0"/>
        </a:xfrm>
      </p:grpSpPr>
      <p:grpSp>
        <p:nvGrpSpPr>
          <p:cNvPr id="887" name="Google Shape;887;p24"/>
          <p:cNvGrpSpPr/>
          <p:nvPr/>
        </p:nvGrpSpPr>
        <p:grpSpPr>
          <a:xfrm>
            <a:off x="392964" y="576950"/>
            <a:ext cx="8764835" cy="4114800"/>
            <a:chOff x="374175" y="576950"/>
            <a:chExt cx="8783280" cy="4114800"/>
          </a:xfrm>
        </p:grpSpPr>
        <p:cxnSp>
          <p:nvCxnSpPr>
            <p:cNvPr id="888" name="Google Shape;888;p24"/>
            <p:cNvCxnSpPr/>
            <p:nvPr/>
          </p:nvCxnSpPr>
          <p:spPr>
            <a:xfrm>
              <a:off x="374175" y="576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89" name="Google Shape;889;p24"/>
            <p:cNvCxnSpPr/>
            <p:nvPr/>
          </p:nvCxnSpPr>
          <p:spPr>
            <a:xfrm>
              <a:off x="380655" y="1110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0" name="Google Shape;890;p24"/>
            <p:cNvCxnSpPr/>
            <p:nvPr/>
          </p:nvCxnSpPr>
          <p:spPr>
            <a:xfrm>
              <a:off x="380655" y="1643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1" name="Google Shape;891;p24"/>
            <p:cNvCxnSpPr/>
            <p:nvPr/>
          </p:nvCxnSpPr>
          <p:spPr>
            <a:xfrm>
              <a:off x="380655" y="2100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2" name="Google Shape;892;p24"/>
            <p:cNvCxnSpPr/>
            <p:nvPr/>
          </p:nvCxnSpPr>
          <p:spPr>
            <a:xfrm>
              <a:off x="380655" y="2634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3" name="Google Shape;893;p24"/>
            <p:cNvCxnSpPr/>
            <p:nvPr/>
          </p:nvCxnSpPr>
          <p:spPr>
            <a:xfrm>
              <a:off x="380655" y="31677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4" name="Google Shape;894;p24"/>
            <p:cNvCxnSpPr/>
            <p:nvPr/>
          </p:nvCxnSpPr>
          <p:spPr>
            <a:xfrm>
              <a:off x="380655" y="36249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5" name="Google Shape;895;p24"/>
            <p:cNvCxnSpPr/>
            <p:nvPr/>
          </p:nvCxnSpPr>
          <p:spPr>
            <a:xfrm>
              <a:off x="380655" y="4158350"/>
              <a:ext cx="8776800" cy="0"/>
            </a:xfrm>
            <a:prstGeom prst="straightConnector1">
              <a:avLst/>
            </a:prstGeom>
            <a:noFill/>
            <a:ln w="9525" cap="flat" cmpd="sng">
              <a:solidFill>
                <a:schemeClr val="accent5"/>
              </a:solidFill>
              <a:prstDash val="solid"/>
              <a:round/>
              <a:headEnd type="none" w="sm" len="sm"/>
              <a:tailEnd type="none" w="sm" len="sm"/>
            </a:ln>
          </p:spPr>
        </p:cxnSp>
        <p:cxnSp>
          <p:nvCxnSpPr>
            <p:cNvPr id="896" name="Google Shape;896;p24"/>
            <p:cNvCxnSpPr/>
            <p:nvPr/>
          </p:nvCxnSpPr>
          <p:spPr>
            <a:xfrm>
              <a:off x="380655" y="4691750"/>
              <a:ext cx="8776800" cy="0"/>
            </a:xfrm>
            <a:prstGeom prst="straightConnector1">
              <a:avLst/>
            </a:prstGeom>
            <a:noFill/>
            <a:ln w="9525" cap="flat" cmpd="sng">
              <a:solidFill>
                <a:schemeClr val="accent5"/>
              </a:solidFill>
              <a:prstDash val="solid"/>
              <a:round/>
              <a:headEnd type="none" w="sm" len="sm"/>
              <a:tailEnd type="none" w="sm" len="sm"/>
            </a:ln>
          </p:spPr>
        </p:cxnSp>
      </p:grpSp>
      <p:cxnSp>
        <p:nvCxnSpPr>
          <p:cNvPr id="897" name="Google Shape;897;p24"/>
          <p:cNvCxnSpPr/>
          <p:nvPr/>
        </p:nvCxnSpPr>
        <p:spPr>
          <a:xfrm>
            <a:off x="392950" y="-20266"/>
            <a:ext cx="0" cy="5165700"/>
          </a:xfrm>
          <a:prstGeom prst="straightConnector1">
            <a:avLst/>
          </a:prstGeom>
          <a:noFill/>
          <a:ln w="9525" cap="flat" cmpd="sng">
            <a:solidFill>
              <a:schemeClr val="accent5"/>
            </a:solidFill>
            <a:prstDash val="solid"/>
            <a:round/>
            <a:headEnd type="none" w="sm" len="sm"/>
            <a:tailEnd type="none" w="sm" len="sm"/>
          </a:ln>
        </p:spPr>
      </p:cxnSp>
      <p:grpSp>
        <p:nvGrpSpPr>
          <p:cNvPr id="898" name="Google Shape;898;p24"/>
          <p:cNvGrpSpPr/>
          <p:nvPr/>
        </p:nvGrpSpPr>
        <p:grpSpPr>
          <a:xfrm>
            <a:off x="114421" y="175123"/>
            <a:ext cx="134104" cy="4750255"/>
            <a:chOff x="114421" y="175123"/>
            <a:chExt cx="134104" cy="4750255"/>
          </a:xfrm>
        </p:grpSpPr>
        <p:grpSp>
          <p:nvGrpSpPr>
            <p:cNvPr id="899" name="Google Shape;899;p24"/>
            <p:cNvGrpSpPr/>
            <p:nvPr/>
          </p:nvGrpSpPr>
          <p:grpSpPr>
            <a:xfrm>
              <a:off x="114421" y="175123"/>
              <a:ext cx="134104" cy="4334807"/>
              <a:chOff x="5432271" y="383100"/>
              <a:chExt cx="137854" cy="4456010"/>
            </a:xfrm>
          </p:grpSpPr>
          <p:grpSp>
            <p:nvGrpSpPr>
              <p:cNvPr id="900" name="Google Shape;900;p24"/>
              <p:cNvGrpSpPr/>
              <p:nvPr/>
            </p:nvGrpSpPr>
            <p:grpSpPr>
              <a:xfrm>
                <a:off x="5432271" y="383100"/>
                <a:ext cx="137854" cy="981668"/>
                <a:chOff x="5432271" y="383100"/>
                <a:chExt cx="137854" cy="981668"/>
              </a:xfrm>
            </p:grpSpPr>
            <p:sp>
              <p:nvSpPr>
                <p:cNvPr id="901" name="Google Shape;901;p24"/>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02" name="Google Shape;902;p24"/>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03" name="Google Shape;903;p24"/>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904" name="Google Shape;904;p24"/>
              <p:cNvGrpSpPr/>
              <p:nvPr/>
            </p:nvGrpSpPr>
            <p:grpSpPr>
              <a:xfrm>
                <a:off x="5432271" y="1678500"/>
                <a:ext cx="137854" cy="981668"/>
                <a:chOff x="5432271" y="383100"/>
                <a:chExt cx="137854" cy="981668"/>
              </a:xfrm>
            </p:grpSpPr>
            <p:sp>
              <p:nvSpPr>
                <p:cNvPr id="905" name="Google Shape;905;p24"/>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06" name="Google Shape;906;p24"/>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07" name="Google Shape;907;p24"/>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908" name="Google Shape;908;p24"/>
              <p:cNvGrpSpPr/>
              <p:nvPr/>
            </p:nvGrpSpPr>
            <p:grpSpPr>
              <a:xfrm>
                <a:off x="5432271" y="2973900"/>
                <a:ext cx="137854" cy="981668"/>
                <a:chOff x="5432271" y="383100"/>
                <a:chExt cx="137854" cy="981668"/>
              </a:xfrm>
            </p:grpSpPr>
            <p:sp>
              <p:nvSpPr>
                <p:cNvPr id="909" name="Google Shape;909;p24"/>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10" name="Google Shape;910;p24"/>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11" name="Google Shape;911;p24"/>
                <p:cNvSpPr/>
                <p:nvPr/>
              </p:nvSpPr>
              <p:spPr>
                <a:xfrm>
                  <a:off x="5433925" y="1233968"/>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nvGrpSpPr>
              <p:cNvPr id="912" name="Google Shape;912;p24"/>
              <p:cNvGrpSpPr/>
              <p:nvPr/>
            </p:nvGrpSpPr>
            <p:grpSpPr>
              <a:xfrm>
                <a:off x="5432271" y="4269300"/>
                <a:ext cx="137854" cy="569810"/>
                <a:chOff x="5432271" y="383100"/>
                <a:chExt cx="137854" cy="569810"/>
              </a:xfrm>
            </p:grpSpPr>
            <p:sp>
              <p:nvSpPr>
                <p:cNvPr id="913" name="Google Shape;913;p24"/>
                <p:cNvSpPr/>
                <p:nvPr/>
              </p:nvSpPr>
              <p:spPr>
                <a:xfrm>
                  <a:off x="5432271" y="38310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sp>
              <p:nvSpPr>
                <p:cNvPr id="914" name="Google Shape;914;p24"/>
                <p:cNvSpPr/>
                <p:nvPr/>
              </p:nvSpPr>
              <p:spPr>
                <a:xfrm>
                  <a:off x="5433925" y="822110"/>
                  <a:ext cx="136200" cy="1308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grpSp>
        <p:sp>
          <p:nvSpPr>
            <p:cNvPr id="915" name="Google Shape;915;p24"/>
            <p:cNvSpPr/>
            <p:nvPr/>
          </p:nvSpPr>
          <p:spPr>
            <a:xfrm>
              <a:off x="115150" y="4798178"/>
              <a:ext cx="132600" cy="1272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Manrope"/>
                <a:ea typeface="Manrope"/>
                <a:cs typeface="Manrope"/>
                <a:sym typeface="Manrope"/>
              </a:endParaRPr>
            </a:p>
          </p:txBody>
        </p:sp>
      </p:grpSp>
      <p:sp>
        <p:nvSpPr>
          <p:cNvPr id="916" name="Google Shape;916;p24"/>
          <p:cNvSpPr txBox="1">
            <a:spLocks noGrp="1"/>
          </p:cNvSpPr>
          <p:nvPr>
            <p:ph type="subTitle" idx="1"/>
          </p:nvPr>
        </p:nvSpPr>
        <p:spPr>
          <a:xfrm>
            <a:off x="3063300" y="413950"/>
            <a:ext cx="2445000" cy="9111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800"/>
              <a:buFont typeface="Arial"/>
              <a:buNone/>
              <a:defRPr sz="1000">
                <a:latin typeface="Manrope Medium"/>
                <a:ea typeface="Manrope Medium"/>
                <a:cs typeface="Manrope Medium"/>
                <a:sym typeface="Manrope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7" name="Google Shape;917;p24"/>
          <p:cNvSpPr txBox="1">
            <a:spLocks noGrp="1"/>
          </p:cNvSpPr>
          <p:nvPr>
            <p:ph type="title"/>
          </p:nvPr>
        </p:nvSpPr>
        <p:spPr>
          <a:xfrm>
            <a:off x="513300" y="419950"/>
            <a:ext cx="2641500" cy="1015800"/>
          </a:xfrm>
          <a:prstGeom prst="rect">
            <a:avLst/>
          </a:prstGeom>
        </p:spPr>
        <p:txBody>
          <a:bodyPr spcFirstLastPara="1" wrap="square" lIns="91425" tIns="91425" rIns="91425" bIns="91425" anchor="ctr" anchorCtr="0">
            <a:noAutofit/>
          </a:bodyPr>
          <a:lstStyle>
            <a:lvl1pPr lvl="0">
              <a:spcBef>
                <a:spcPts val="0"/>
              </a:spcBef>
              <a:spcAft>
                <a:spcPts val="0"/>
              </a:spcAft>
              <a:buSzPts val="1400"/>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8" name="Google Shape;918;p24"/>
          <p:cNvSpPr txBox="1">
            <a:spLocks noGrp="1"/>
          </p:cNvSpPr>
          <p:nvPr>
            <p:ph type="subTitle" idx="2"/>
          </p:nvPr>
        </p:nvSpPr>
        <p:spPr>
          <a:xfrm>
            <a:off x="1541800" y="1729550"/>
            <a:ext cx="786300" cy="3657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Font typeface="Manrope ExtraBold"/>
              <a:buNone/>
              <a:defRPr>
                <a:latin typeface="Manrope ExtraBold"/>
                <a:ea typeface="Manrope ExtraBold"/>
                <a:cs typeface="Manrope ExtraBold"/>
                <a:sym typeface="Manrope ExtraBold"/>
              </a:defRPr>
            </a:lvl1pPr>
            <a:lvl2pPr lvl="1">
              <a:spcBef>
                <a:spcPts val="800"/>
              </a:spcBef>
              <a:spcAft>
                <a:spcPts val="0"/>
              </a:spcAft>
              <a:buSzPts val="1200"/>
              <a:buNone/>
              <a:defRPr/>
            </a:lvl2pPr>
            <a:lvl3pPr lvl="2">
              <a:spcBef>
                <a:spcPts val="800"/>
              </a:spcBef>
              <a:spcAft>
                <a:spcPts val="0"/>
              </a:spcAft>
              <a:buSzPts val="1200"/>
              <a:buNone/>
              <a:defRPr/>
            </a:lvl3pPr>
            <a:lvl4pPr lvl="3">
              <a:spcBef>
                <a:spcPts val="800"/>
              </a:spcBef>
              <a:spcAft>
                <a:spcPts val="0"/>
              </a:spcAft>
              <a:buSzPts val="1200"/>
              <a:buNone/>
              <a:defRPr/>
            </a:lvl4pPr>
            <a:lvl5pPr lvl="4">
              <a:spcBef>
                <a:spcPts val="800"/>
              </a:spcBef>
              <a:spcAft>
                <a:spcPts val="0"/>
              </a:spcAft>
              <a:buSzPts val="1200"/>
              <a:buNone/>
              <a:defRPr/>
            </a:lvl5pPr>
            <a:lvl6pPr lvl="5">
              <a:spcBef>
                <a:spcPts val="800"/>
              </a:spcBef>
              <a:spcAft>
                <a:spcPts val="0"/>
              </a:spcAft>
              <a:buSzPts val="1200"/>
              <a:buNone/>
              <a:defRPr/>
            </a:lvl6pPr>
            <a:lvl7pPr lvl="6">
              <a:spcBef>
                <a:spcPts val="800"/>
              </a:spcBef>
              <a:spcAft>
                <a:spcPts val="0"/>
              </a:spcAft>
              <a:buSzPts val="1200"/>
              <a:buNone/>
              <a:defRPr/>
            </a:lvl7pPr>
            <a:lvl8pPr lvl="7">
              <a:spcBef>
                <a:spcPts val="800"/>
              </a:spcBef>
              <a:spcAft>
                <a:spcPts val="0"/>
              </a:spcAft>
              <a:buSzPts val="1200"/>
              <a:buNone/>
              <a:defRPr/>
            </a:lvl8pPr>
            <a:lvl9pPr lvl="8">
              <a:spcBef>
                <a:spcPts val="800"/>
              </a:spcBef>
              <a:spcAft>
                <a:spcPts val="800"/>
              </a:spcAft>
              <a:buSzPts val="1200"/>
              <a:buNone/>
              <a:defRPr/>
            </a:lvl9pPr>
          </a:lstStyle>
          <a:p>
            <a:endParaRPr/>
          </a:p>
        </p:txBody>
      </p:sp>
      <p:sp>
        <p:nvSpPr>
          <p:cNvPr id="919" name="Google Shape;919;p24"/>
          <p:cNvSpPr txBox="1">
            <a:spLocks noGrp="1"/>
          </p:cNvSpPr>
          <p:nvPr>
            <p:ph type="subTitle" idx="3"/>
          </p:nvPr>
        </p:nvSpPr>
        <p:spPr>
          <a:xfrm>
            <a:off x="3423025" y="1729550"/>
            <a:ext cx="786300" cy="3657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Font typeface="Manrope ExtraBold"/>
              <a:buNone/>
              <a:defRPr>
                <a:latin typeface="Manrope ExtraBold"/>
                <a:ea typeface="Manrope ExtraBold"/>
                <a:cs typeface="Manrope ExtraBold"/>
                <a:sym typeface="Manrope ExtraBold"/>
              </a:defRPr>
            </a:lvl1pPr>
            <a:lvl2pPr lvl="1">
              <a:spcBef>
                <a:spcPts val="800"/>
              </a:spcBef>
              <a:spcAft>
                <a:spcPts val="0"/>
              </a:spcAft>
              <a:buSzPts val="1200"/>
              <a:buNone/>
              <a:defRPr/>
            </a:lvl2pPr>
            <a:lvl3pPr lvl="2">
              <a:spcBef>
                <a:spcPts val="800"/>
              </a:spcBef>
              <a:spcAft>
                <a:spcPts val="0"/>
              </a:spcAft>
              <a:buSzPts val="1200"/>
              <a:buNone/>
              <a:defRPr/>
            </a:lvl3pPr>
            <a:lvl4pPr lvl="3">
              <a:spcBef>
                <a:spcPts val="800"/>
              </a:spcBef>
              <a:spcAft>
                <a:spcPts val="0"/>
              </a:spcAft>
              <a:buSzPts val="1200"/>
              <a:buNone/>
              <a:defRPr/>
            </a:lvl4pPr>
            <a:lvl5pPr lvl="4">
              <a:spcBef>
                <a:spcPts val="800"/>
              </a:spcBef>
              <a:spcAft>
                <a:spcPts val="0"/>
              </a:spcAft>
              <a:buSzPts val="1200"/>
              <a:buNone/>
              <a:defRPr/>
            </a:lvl5pPr>
            <a:lvl6pPr lvl="5">
              <a:spcBef>
                <a:spcPts val="800"/>
              </a:spcBef>
              <a:spcAft>
                <a:spcPts val="0"/>
              </a:spcAft>
              <a:buSzPts val="1200"/>
              <a:buNone/>
              <a:defRPr/>
            </a:lvl6pPr>
            <a:lvl7pPr lvl="6">
              <a:spcBef>
                <a:spcPts val="800"/>
              </a:spcBef>
              <a:spcAft>
                <a:spcPts val="0"/>
              </a:spcAft>
              <a:buSzPts val="1200"/>
              <a:buNone/>
              <a:defRPr/>
            </a:lvl7pPr>
            <a:lvl8pPr lvl="7">
              <a:spcBef>
                <a:spcPts val="800"/>
              </a:spcBef>
              <a:spcAft>
                <a:spcPts val="0"/>
              </a:spcAft>
              <a:buSzPts val="1200"/>
              <a:buNone/>
              <a:defRPr/>
            </a:lvl8pPr>
            <a:lvl9pPr lvl="8">
              <a:spcBef>
                <a:spcPts val="800"/>
              </a:spcBef>
              <a:spcAft>
                <a:spcPts val="800"/>
              </a:spcAft>
              <a:buSzPts val="1200"/>
              <a:buNone/>
              <a:defRPr/>
            </a:lvl9pPr>
          </a:lstStyle>
          <a:p>
            <a:endParaRPr/>
          </a:p>
        </p:txBody>
      </p:sp>
      <p:sp>
        <p:nvSpPr>
          <p:cNvPr id="920" name="Google Shape;920;p24"/>
          <p:cNvSpPr txBox="1">
            <a:spLocks noGrp="1"/>
          </p:cNvSpPr>
          <p:nvPr>
            <p:ph type="subTitle" idx="4"/>
          </p:nvPr>
        </p:nvSpPr>
        <p:spPr>
          <a:xfrm>
            <a:off x="5307725" y="1729550"/>
            <a:ext cx="786300" cy="3657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Font typeface="Manrope ExtraBold"/>
              <a:buNone/>
              <a:defRPr>
                <a:latin typeface="Manrope ExtraBold"/>
                <a:ea typeface="Manrope ExtraBold"/>
                <a:cs typeface="Manrope ExtraBold"/>
                <a:sym typeface="Manrope ExtraBold"/>
              </a:defRPr>
            </a:lvl1pPr>
            <a:lvl2pPr lvl="1">
              <a:spcBef>
                <a:spcPts val="800"/>
              </a:spcBef>
              <a:spcAft>
                <a:spcPts val="0"/>
              </a:spcAft>
              <a:buSzPts val="1200"/>
              <a:buNone/>
              <a:defRPr/>
            </a:lvl2pPr>
            <a:lvl3pPr lvl="2">
              <a:spcBef>
                <a:spcPts val="800"/>
              </a:spcBef>
              <a:spcAft>
                <a:spcPts val="0"/>
              </a:spcAft>
              <a:buSzPts val="1200"/>
              <a:buNone/>
              <a:defRPr/>
            </a:lvl3pPr>
            <a:lvl4pPr lvl="3">
              <a:spcBef>
                <a:spcPts val="800"/>
              </a:spcBef>
              <a:spcAft>
                <a:spcPts val="0"/>
              </a:spcAft>
              <a:buSzPts val="1200"/>
              <a:buNone/>
              <a:defRPr/>
            </a:lvl4pPr>
            <a:lvl5pPr lvl="4">
              <a:spcBef>
                <a:spcPts val="800"/>
              </a:spcBef>
              <a:spcAft>
                <a:spcPts val="0"/>
              </a:spcAft>
              <a:buSzPts val="1200"/>
              <a:buNone/>
              <a:defRPr/>
            </a:lvl5pPr>
            <a:lvl6pPr lvl="5">
              <a:spcBef>
                <a:spcPts val="800"/>
              </a:spcBef>
              <a:spcAft>
                <a:spcPts val="0"/>
              </a:spcAft>
              <a:buSzPts val="1200"/>
              <a:buNone/>
              <a:defRPr/>
            </a:lvl6pPr>
            <a:lvl7pPr lvl="6">
              <a:spcBef>
                <a:spcPts val="800"/>
              </a:spcBef>
              <a:spcAft>
                <a:spcPts val="0"/>
              </a:spcAft>
              <a:buSzPts val="1200"/>
              <a:buNone/>
              <a:defRPr/>
            </a:lvl7pPr>
            <a:lvl8pPr lvl="7">
              <a:spcBef>
                <a:spcPts val="800"/>
              </a:spcBef>
              <a:spcAft>
                <a:spcPts val="0"/>
              </a:spcAft>
              <a:buSzPts val="1200"/>
              <a:buNone/>
              <a:defRPr/>
            </a:lvl8pPr>
            <a:lvl9pPr lvl="8">
              <a:spcBef>
                <a:spcPts val="800"/>
              </a:spcBef>
              <a:spcAft>
                <a:spcPts val="800"/>
              </a:spcAft>
              <a:buSzPts val="1200"/>
              <a:buNone/>
              <a:defRPr/>
            </a:lvl9pPr>
          </a:lstStyle>
          <a:p>
            <a:endParaRPr/>
          </a:p>
        </p:txBody>
      </p:sp>
      <p:sp>
        <p:nvSpPr>
          <p:cNvPr id="921" name="Google Shape;921;p24"/>
          <p:cNvSpPr txBox="1">
            <a:spLocks noGrp="1"/>
          </p:cNvSpPr>
          <p:nvPr>
            <p:ph type="subTitle" idx="5"/>
          </p:nvPr>
        </p:nvSpPr>
        <p:spPr>
          <a:xfrm>
            <a:off x="7170900" y="1729575"/>
            <a:ext cx="786300" cy="365700"/>
          </a:xfrm>
          <a:prstGeom prst="rect">
            <a:avLst/>
          </a:prstGeom>
        </p:spPr>
        <p:txBody>
          <a:bodyPr spcFirstLastPara="1" wrap="square" lIns="91425" tIns="91425" rIns="91425" bIns="91425" anchor="t" anchorCtr="0">
            <a:noAutofit/>
          </a:bodyPr>
          <a:lstStyle>
            <a:lvl1pPr lvl="0" algn="ctr">
              <a:spcBef>
                <a:spcPts val="0"/>
              </a:spcBef>
              <a:spcAft>
                <a:spcPts val="0"/>
              </a:spcAft>
              <a:buSzPts val="1200"/>
              <a:buFont typeface="Manrope ExtraBold"/>
              <a:buNone/>
              <a:defRPr>
                <a:latin typeface="Manrope ExtraBold"/>
                <a:ea typeface="Manrope ExtraBold"/>
                <a:cs typeface="Manrope ExtraBold"/>
                <a:sym typeface="Manrope ExtraBold"/>
              </a:defRPr>
            </a:lvl1pPr>
            <a:lvl2pPr lvl="1">
              <a:spcBef>
                <a:spcPts val="800"/>
              </a:spcBef>
              <a:spcAft>
                <a:spcPts val="0"/>
              </a:spcAft>
              <a:buSzPts val="1200"/>
              <a:buNone/>
              <a:defRPr/>
            </a:lvl2pPr>
            <a:lvl3pPr lvl="2">
              <a:spcBef>
                <a:spcPts val="800"/>
              </a:spcBef>
              <a:spcAft>
                <a:spcPts val="0"/>
              </a:spcAft>
              <a:buSzPts val="1200"/>
              <a:buNone/>
              <a:defRPr/>
            </a:lvl3pPr>
            <a:lvl4pPr lvl="3">
              <a:spcBef>
                <a:spcPts val="800"/>
              </a:spcBef>
              <a:spcAft>
                <a:spcPts val="0"/>
              </a:spcAft>
              <a:buSzPts val="1200"/>
              <a:buNone/>
              <a:defRPr/>
            </a:lvl4pPr>
            <a:lvl5pPr lvl="4">
              <a:spcBef>
                <a:spcPts val="800"/>
              </a:spcBef>
              <a:spcAft>
                <a:spcPts val="0"/>
              </a:spcAft>
              <a:buSzPts val="1200"/>
              <a:buNone/>
              <a:defRPr/>
            </a:lvl5pPr>
            <a:lvl6pPr lvl="5">
              <a:spcBef>
                <a:spcPts val="800"/>
              </a:spcBef>
              <a:spcAft>
                <a:spcPts val="0"/>
              </a:spcAft>
              <a:buSzPts val="1200"/>
              <a:buNone/>
              <a:defRPr/>
            </a:lvl6pPr>
            <a:lvl7pPr lvl="6">
              <a:spcBef>
                <a:spcPts val="800"/>
              </a:spcBef>
              <a:spcAft>
                <a:spcPts val="0"/>
              </a:spcAft>
              <a:buSzPts val="1200"/>
              <a:buNone/>
              <a:defRPr/>
            </a:lvl7pPr>
            <a:lvl8pPr lvl="7">
              <a:spcBef>
                <a:spcPts val="800"/>
              </a:spcBef>
              <a:spcAft>
                <a:spcPts val="0"/>
              </a:spcAft>
              <a:buSzPts val="1200"/>
              <a:buNone/>
              <a:defRPr/>
            </a:lvl8pPr>
            <a:lvl9pPr lvl="8">
              <a:spcBef>
                <a:spcPts val="800"/>
              </a:spcBef>
              <a:spcAft>
                <a:spcPts val="800"/>
              </a:spcAft>
              <a:buSzPts val="1200"/>
              <a:buNone/>
              <a:defRPr/>
            </a:lvl9pPr>
          </a:lstStyle>
          <a:p>
            <a:endParaRPr/>
          </a:p>
        </p:txBody>
      </p:sp>
      <p:sp>
        <p:nvSpPr>
          <p:cNvPr id="922" name="Google Shape;922;p24"/>
          <p:cNvSpPr txBox="1">
            <a:spLocks noGrp="1"/>
          </p:cNvSpPr>
          <p:nvPr>
            <p:ph type="body" idx="6"/>
          </p:nvPr>
        </p:nvSpPr>
        <p:spPr>
          <a:xfrm>
            <a:off x="1304475" y="3171988"/>
            <a:ext cx="1371600" cy="694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gn="ctr">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923" name="Google Shape;923;p24"/>
          <p:cNvSpPr txBox="1">
            <a:spLocks noGrp="1"/>
          </p:cNvSpPr>
          <p:nvPr>
            <p:ph type="body" idx="7"/>
          </p:nvPr>
        </p:nvSpPr>
        <p:spPr>
          <a:xfrm>
            <a:off x="3130375" y="3171988"/>
            <a:ext cx="1371600" cy="694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gn="ctr">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924" name="Google Shape;924;p24"/>
          <p:cNvSpPr txBox="1">
            <a:spLocks noGrp="1"/>
          </p:cNvSpPr>
          <p:nvPr>
            <p:ph type="body" idx="8"/>
          </p:nvPr>
        </p:nvSpPr>
        <p:spPr>
          <a:xfrm>
            <a:off x="4980275" y="3171988"/>
            <a:ext cx="1371600" cy="694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gn="ctr">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
        <p:nvSpPr>
          <p:cNvPr id="925" name="Google Shape;925;p24"/>
          <p:cNvSpPr txBox="1">
            <a:spLocks noGrp="1"/>
          </p:cNvSpPr>
          <p:nvPr>
            <p:ph type="body" idx="9"/>
          </p:nvPr>
        </p:nvSpPr>
        <p:spPr>
          <a:xfrm>
            <a:off x="6878250" y="3171988"/>
            <a:ext cx="1371600" cy="694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Font typeface="Manrope Medium"/>
              <a:buChar char="●"/>
              <a:defRPr sz="1000">
                <a:latin typeface="Manrope Medium"/>
                <a:ea typeface="Manrope Medium"/>
                <a:cs typeface="Manrope Medium"/>
                <a:sym typeface="Manrope Medium"/>
              </a:defRPr>
            </a:lvl1pPr>
            <a:lvl2pPr marL="914400" lvl="1"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2pPr>
            <a:lvl3pPr marL="1371600" lvl="2"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3pPr>
            <a:lvl4pPr marL="1828800" lvl="3"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4pPr>
            <a:lvl5pPr marL="2286000" lvl="4"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5pPr>
            <a:lvl6pPr marL="2743200" lvl="5"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6pPr>
            <a:lvl7pPr marL="3200400" lvl="6"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7pPr>
            <a:lvl8pPr marL="3657600" lvl="7" indent="-292100" algn="ctr">
              <a:spcBef>
                <a:spcPts val="800"/>
              </a:spcBef>
              <a:spcAft>
                <a:spcPts val="0"/>
              </a:spcAft>
              <a:buSzPts val="1000"/>
              <a:buFont typeface="Manrope Medium"/>
              <a:buChar char="○"/>
              <a:defRPr sz="1000">
                <a:latin typeface="Manrope Medium"/>
                <a:ea typeface="Manrope Medium"/>
                <a:cs typeface="Manrope Medium"/>
                <a:sym typeface="Manrope Medium"/>
              </a:defRPr>
            </a:lvl8pPr>
            <a:lvl9pPr marL="4114800" lvl="8" indent="-292100" algn="ctr">
              <a:spcBef>
                <a:spcPts val="800"/>
              </a:spcBef>
              <a:spcAft>
                <a:spcPts val="800"/>
              </a:spcAft>
              <a:buSzPts val="1000"/>
              <a:buFont typeface="Manrope Medium"/>
              <a:buChar char="■"/>
              <a:defRPr sz="1000">
                <a:latin typeface="Manrope Medium"/>
                <a:ea typeface="Manrope Medium"/>
                <a:cs typeface="Manrope Medium"/>
                <a:sym typeface="Manrope Medium"/>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926"/>
        <p:cNvGrpSpPr/>
        <p:nvPr/>
      </p:nvGrpSpPr>
      <p:grpSpPr>
        <a:xfrm>
          <a:off x="0" y="0"/>
          <a:ext cx="0" cy="0"/>
          <a:chOff x="0" y="0"/>
          <a:chExt cx="0" cy="0"/>
        </a:xfrm>
      </p:grpSpPr>
      <p:sp>
        <p:nvSpPr>
          <p:cNvPr id="927" name="Google Shape;927;p2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sp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928" name="Google Shape;928;p2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SzPts val="2800"/>
              <a:buNone/>
              <a:defRPr sz="2800"/>
            </a:lvl1pPr>
            <a:lvl2pPr lvl="1" algn="ctr">
              <a:lnSpc>
                <a:spcPct val="100000"/>
              </a:lnSpc>
              <a:spcBef>
                <a:spcPts val="800"/>
              </a:spcBef>
              <a:spcAft>
                <a:spcPts val="0"/>
              </a:spcAft>
              <a:buSzPts val="2800"/>
              <a:buNone/>
              <a:defRPr sz="2800"/>
            </a:lvl2pPr>
            <a:lvl3pPr lvl="2" algn="ctr">
              <a:lnSpc>
                <a:spcPct val="100000"/>
              </a:lnSpc>
              <a:spcBef>
                <a:spcPts val="800"/>
              </a:spcBef>
              <a:spcAft>
                <a:spcPts val="0"/>
              </a:spcAft>
              <a:buSzPts val="2800"/>
              <a:buNone/>
              <a:defRPr sz="2800"/>
            </a:lvl3pPr>
            <a:lvl4pPr lvl="3" algn="ctr">
              <a:lnSpc>
                <a:spcPct val="100000"/>
              </a:lnSpc>
              <a:spcBef>
                <a:spcPts val="800"/>
              </a:spcBef>
              <a:spcAft>
                <a:spcPts val="0"/>
              </a:spcAft>
              <a:buSzPts val="2800"/>
              <a:buNone/>
              <a:defRPr sz="2800"/>
            </a:lvl4pPr>
            <a:lvl5pPr lvl="4" algn="ctr">
              <a:lnSpc>
                <a:spcPct val="100000"/>
              </a:lnSpc>
              <a:spcBef>
                <a:spcPts val="800"/>
              </a:spcBef>
              <a:spcAft>
                <a:spcPts val="0"/>
              </a:spcAft>
              <a:buSzPts val="2800"/>
              <a:buNone/>
              <a:defRPr sz="2800"/>
            </a:lvl5pPr>
            <a:lvl6pPr lvl="5" algn="ctr">
              <a:lnSpc>
                <a:spcPct val="100000"/>
              </a:lnSpc>
              <a:spcBef>
                <a:spcPts val="800"/>
              </a:spcBef>
              <a:spcAft>
                <a:spcPts val="0"/>
              </a:spcAft>
              <a:buSzPts val="2800"/>
              <a:buNone/>
              <a:defRPr sz="2800"/>
            </a:lvl6pPr>
            <a:lvl7pPr lvl="6" algn="ctr">
              <a:lnSpc>
                <a:spcPct val="100000"/>
              </a:lnSpc>
              <a:spcBef>
                <a:spcPts val="800"/>
              </a:spcBef>
              <a:spcAft>
                <a:spcPts val="0"/>
              </a:spcAft>
              <a:buSzPts val="2800"/>
              <a:buNone/>
              <a:defRPr sz="2800"/>
            </a:lvl7pPr>
            <a:lvl8pPr lvl="7" algn="ctr">
              <a:lnSpc>
                <a:spcPct val="100000"/>
              </a:lnSpc>
              <a:spcBef>
                <a:spcPts val="800"/>
              </a:spcBef>
              <a:spcAft>
                <a:spcPts val="0"/>
              </a:spcAft>
              <a:buSzPts val="2800"/>
              <a:buNone/>
              <a:defRPr sz="2800"/>
            </a:lvl8pPr>
            <a:lvl9pPr lvl="8" algn="ctr">
              <a:lnSpc>
                <a:spcPct val="100000"/>
              </a:lnSpc>
              <a:spcBef>
                <a:spcPts val="800"/>
              </a:spcBef>
              <a:spcAft>
                <a:spcPts val="0"/>
              </a:spcAft>
              <a:buSzPts val="2800"/>
              <a:buNone/>
              <a:defRPr sz="28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929"/>
        <p:cNvGrpSpPr/>
        <p:nvPr/>
      </p:nvGrpSpPr>
      <p:grpSpPr>
        <a:xfrm>
          <a:off x="0" y="0"/>
          <a:ext cx="0" cy="0"/>
          <a:chOff x="0" y="0"/>
          <a:chExt cx="0" cy="0"/>
        </a:xfrm>
      </p:grpSpPr>
      <p:sp>
        <p:nvSpPr>
          <p:cNvPr id="930" name="Google Shape;930;p2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sp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931"/>
        <p:cNvGrpSpPr/>
        <p:nvPr/>
      </p:nvGrpSpPr>
      <p:grpSpPr>
        <a:xfrm>
          <a:off x="0" y="0"/>
          <a:ext cx="0" cy="0"/>
          <a:chOff x="0" y="0"/>
          <a:chExt cx="0" cy="0"/>
        </a:xfrm>
      </p:grpSpPr>
      <p:sp>
        <p:nvSpPr>
          <p:cNvPr id="932" name="Google Shape;932;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33" name="Google Shape;933;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934"/>
        <p:cNvGrpSpPr/>
        <p:nvPr/>
      </p:nvGrpSpPr>
      <p:grpSpPr>
        <a:xfrm>
          <a:off x="0" y="0"/>
          <a:ext cx="0" cy="0"/>
          <a:chOff x="0" y="0"/>
          <a:chExt cx="0" cy="0"/>
        </a:xfrm>
      </p:grpSpPr>
      <p:sp>
        <p:nvSpPr>
          <p:cNvPr id="935" name="Google Shape;935;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36" name="Google Shape;936;p2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37" name="Google Shape;937;p2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8"/>
        <p:cNvGrpSpPr/>
        <p:nvPr/>
      </p:nvGrpSpPr>
      <p:grpSpPr>
        <a:xfrm>
          <a:off x="0" y="0"/>
          <a:ext cx="0" cy="0"/>
          <a:chOff x="0" y="0"/>
          <a:chExt cx="0" cy="0"/>
        </a:xfrm>
      </p:grpSpPr>
      <p:sp>
        <p:nvSpPr>
          <p:cNvPr id="939" name="Google Shape;939;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940"/>
        <p:cNvGrpSpPr/>
        <p:nvPr/>
      </p:nvGrpSpPr>
      <p:grpSpPr>
        <a:xfrm>
          <a:off x="0" y="0"/>
          <a:ext cx="0" cy="0"/>
          <a:chOff x="0" y="0"/>
          <a:chExt cx="0" cy="0"/>
        </a:xfrm>
      </p:grpSpPr>
      <p:sp>
        <p:nvSpPr>
          <p:cNvPr id="941" name="Google Shape;941;p3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sp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42" name="Google Shape;942;p3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943"/>
        <p:cNvGrpSpPr/>
        <p:nvPr/>
      </p:nvGrpSpPr>
      <p:grpSpPr>
        <a:xfrm>
          <a:off x="0" y="0"/>
          <a:ext cx="0" cy="0"/>
          <a:chOff x="0" y="0"/>
          <a:chExt cx="0" cy="0"/>
        </a:xfrm>
      </p:grpSpPr>
      <p:sp>
        <p:nvSpPr>
          <p:cNvPr id="944" name="Google Shape;944;p3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sp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45"/>
        <p:cNvGrpSpPr/>
        <p:nvPr/>
      </p:nvGrpSpPr>
      <p:grpSpPr>
        <a:xfrm>
          <a:off x="0" y="0"/>
          <a:ext cx="0" cy="0"/>
          <a:chOff x="0" y="0"/>
          <a:chExt cx="0" cy="0"/>
        </a:xfrm>
      </p:grpSpPr>
      <p:sp>
        <p:nvSpPr>
          <p:cNvPr id="946" name="Google Shape;946;p3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sp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947" name="Google Shape;947;p3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SzPts val="2100"/>
              <a:buNone/>
              <a:defRPr sz="2100"/>
            </a:lvl1pPr>
            <a:lvl2pPr lvl="1" algn="ctr">
              <a:lnSpc>
                <a:spcPct val="100000"/>
              </a:lnSpc>
              <a:spcBef>
                <a:spcPts val="800"/>
              </a:spcBef>
              <a:spcAft>
                <a:spcPts val="0"/>
              </a:spcAft>
              <a:buSzPts val="2100"/>
              <a:buNone/>
              <a:defRPr sz="2100"/>
            </a:lvl2pPr>
            <a:lvl3pPr lvl="2" algn="ctr">
              <a:lnSpc>
                <a:spcPct val="100000"/>
              </a:lnSpc>
              <a:spcBef>
                <a:spcPts val="800"/>
              </a:spcBef>
              <a:spcAft>
                <a:spcPts val="0"/>
              </a:spcAft>
              <a:buSzPts val="2100"/>
              <a:buNone/>
              <a:defRPr sz="2100"/>
            </a:lvl3pPr>
            <a:lvl4pPr lvl="3" algn="ctr">
              <a:lnSpc>
                <a:spcPct val="100000"/>
              </a:lnSpc>
              <a:spcBef>
                <a:spcPts val="800"/>
              </a:spcBef>
              <a:spcAft>
                <a:spcPts val="0"/>
              </a:spcAft>
              <a:buSzPts val="2100"/>
              <a:buNone/>
              <a:defRPr sz="2100"/>
            </a:lvl4pPr>
            <a:lvl5pPr lvl="4" algn="ctr">
              <a:lnSpc>
                <a:spcPct val="100000"/>
              </a:lnSpc>
              <a:spcBef>
                <a:spcPts val="800"/>
              </a:spcBef>
              <a:spcAft>
                <a:spcPts val="0"/>
              </a:spcAft>
              <a:buSzPts val="2100"/>
              <a:buNone/>
              <a:defRPr sz="2100"/>
            </a:lvl5pPr>
            <a:lvl6pPr lvl="5" algn="ctr">
              <a:lnSpc>
                <a:spcPct val="100000"/>
              </a:lnSpc>
              <a:spcBef>
                <a:spcPts val="800"/>
              </a:spcBef>
              <a:spcAft>
                <a:spcPts val="0"/>
              </a:spcAft>
              <a:buSzPts val="2100"/>
              <a:buNone/>
              <a:defRPr sz="2100"/>
            </a:lvl6pPr>
            <a:lvl7pPr lvl="6" algn="ctr">
              <a:lnSpc>
                <a:spcPct val="100000"/>
              </a:lnSpc>
              <a:spcBef>
                <a:spcPts val="800"/>
              </a:spcBef>
              <a:spcAft>
                <a:spcPts val="0"/>
              </a:spcAft>
              <a:buSzPts val="2100"/>
              <a:buNone/>
              <a:defRPr sz="2100"/>
            </a:lvl7pPr>
            <a:lvl8pPr lvl="7" algn="ctr">
              <a:lnSpc>
                <a:spcPct val="100000"/>
              </a:lnSpc>
              <a:spcBef>
                <a:spcPts val="800"/>
              </a:spcBef>
              <a:spcAft>
                <a:spcPts val="0"/>
              </a:spcAft>
              <a:buSzPts val="2100"/>
              <a:buNone/>
              <a:defRPr sz="2100"/>
            </a:lvl8pPr>
            <a:lvl9pPr lvl="8" algn="ctr">
              <a:lnSpc>
                <a:spcPct val="100000"/>
              </a:lnSpc>
              <a:spcBef>
                <a:spcPts val="800"/>
              </a:spcBef>
              <a:spcAft>
                <a:spcPts val="0"/>
              </a:spcAft>
              <a:buSzPts val="2100"/>
              <a:buNone/>
              <a:defRPr sz="2100"/>
            </a:lvl9pPr>
          </a:lstStyle>
          <a:p>
            <a:endParaRPr/>
          </a:p>
        </p:txBody>
      </p:sp>
      <p:sp>
        <p:nvSpPr>
          <p:cNvPr id="948" name="Google Shape;948;p3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49"/>
        <p:cNvGrpSpPr/>
        <p:nvPr/>
      </p:nvGrpSpPr>
      <p:grpSpPr>
        <a:xfrm>
          <a:off x="0" y="0"/>
          <a:ext cx="0" cy="0"/>
          <a:chOff x="0" y="0"/>
          <a:chExt cx="0" cy="0"/>
        </a:xfrm>
      </p:grpSpPr>
      <p:sp>
        <p:nvSpPr>
          <p:cNvPr id="950" name="Google Shape;950;p3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SzPts val="1200"/>
              <a:buNone/>
              <a:defRPr/>
            </a:lvl1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51"/>
        <p:cNvGrpSpPr/>
        <p:nvPr/>
      </p:nvGrpSpPr>
      <p:grpSpPr>
        <a:xfrm>
          <a:off x="0" y="0"/>
          <a:ext cx="0" cy="0"/>
          <a:chOff x="0" y="0"/>
          <a:chExt cx="0" cy="0"/>
        </a:xfrm>
      </p:grpSpPr>
      <p:sp>
        <p:nvSpPr>
          <p:cNvPr id="952" name="Google Shape;952;p3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sp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53" name="Google Shape;953;p3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spAutoFit/>
          </a:bodyPr>
          <a:lstStyle>
            <a:lvl1pPr marL="457200" lvl="0" indent="-304800" algn="ctr">
              <a:spcBef>
                <a:spcPts val="0"/>
              </a:spcBef>
              <a:spcAft>
                <a:spcPts val="0"/>
              </a:spcAft>
              <a:buSzPts val="1200"/>
              <a:buChar char="●"/>
              <a:defRPr/>
            </a:lvl1pPr>
            <a:lvl2pPr marL="914400" lvl="1" indent="-304800" algn="ctr">
              <a:spcBef>
                <a:spcPts val="800"/>
              </a:spcBef>
              <a:spcAft>
                <a:spcPts val="0"/>
              </a:spcAft>
              <a:buSzPts val="1200"/>
              <a:buChar char="○"/>
              <a:defRPr/>
            </a:lvl2pPr>
            <a:lvl3pPr marL="1371600" lvl="2" indent="-304800" algn="ctr">
              <a:spcBef>
                <a:spcPts val="800"/>
              </a:spcBef>
              <a:spcAft>
                <a:spcPts val="0"/>
              </a:spcAft>
              <a:buSzPts val="1200"/>
              <a:buChar char="■"/>
              <a:defRPr/>
            </a:lvl3pPr>
            <a:lvl4pPr marL="1828800" lvl="3" indent="-304800" algn="ctr">
              <a:spcBef>
                <a:spcPts val="800"/>
              </a:spcBef>
              <a:spcAft>
                <a:spcPts val="0"/>
              </a:spcAft>
              <a:buSzPts val="1200"/>
              <a:buChar char="●"/>
              <a:defRPr/>
            </a:lvl4pPr>
            <a:lvl5pPr marL="2286000" lvl="4" indent="-304800" algn="ctr">
              <a:spcBef>
                <a:spcPts val="800"/>
              </a:spcBef>
              <a:spcAft>
                <a:spcPts val="0"/>
              </a:spcAft>
              <a:buSzPts val="1200"/>
              <a:buChar char="○"/>
              <a:defRPr/>
            </a:lvl5pPr>
            <a:lvl6pPr marL="2743200" lvl="5" indent="-304800" algn="ctr">
              <a:spcBef>
                <a:spcPts val="800"/>
              </a:spcBef>
              <a:spcAft>
                <a:spcPts val="0"/>
              </a:spcAft>
              <a:buSzPts val="1200"/>
              <a:buChar char="■"/>
              <a:defRPr/>
            </a:lvl6pPr>
            <a:lvl7pPr marL="3200400" lvl="6" indent="-304800" algn="ctr">
              <a:spcBef>
                <a:spcPts val="800"/>
              </a:spcBef>
              <a:spcAft>
                <a:spcPts val="0"/>
              </a:spcAft>
              <a:buSzPts val="1200"/>
              <a:buChar char="●"/>
              <a:defRPr/>
            </a:lvl7pPr>
            <a:lvl8pPr marL="3657600" lvl="7" indent="-304800" algn="ctr">
              <a:spcBef>
                <a:spcPts val="800"/>
              </a:spcBef>
              <a:spcAft>
                <a:spcPts val="0"/>
              </a:spcAft>
              <a:buSzPts val="1200"/>
              <a:buChar char="○"/>
              <a:defRPr/>
            </a:lvl8pPr>
            <a:lvl9pPr marL="4114800" lvl="8" indent="-304800" algn="ctr">
              <a:spcBef>
                <a:spcPts val="800"/>
              </a:spcBef>
              <a:spcAft>
                <a:spcPts val="800"/>
              </a:spcAft>
              <a:buSzPts val="12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954"/>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955"/>
        <p:cNvGrpSpPr/>
        <p:nvPr/>
      </p:nvGrpSpPr>
      <p:grpSpPr>
        <a:xfrm>
          <a:off x="0" y="0"/>
          <a:ext cx="0" cy="0"/>
          <a:chOff x="0" y="0"/>
          <a:chExt cx="0" cy="0"/>
        </a:xfrm>
      </p:grpSpPr>
      <p:sp>
        <p:nvSpPr>
          <p:cNvPr id="956" name="Google Shape;956;p36"/>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sp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57" name="Google Shape;957;p36"/>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58" name="Google Shape;958;p36"/>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59" name="Google Shape;959;p36"/>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60" name="Google Shape;960;p36"/>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61" name="Google Shape;961;p36"/>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62" name="Google Shape;962;p36"/>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963"/>
        <p:cNvGrpSpPr/>
        <p:nvPr/>
      </p:nvGrpSpPr>
      <p:grpSpPr>
        <a:xfrm>
          <a:off x="0" y="0"/>
          <a:ext cx="0" cy="0"/>
          <a:chOff x="0" y="0"/>
          <a:chExt cx="0" cy="0"/>
        </a:xfrm>
      </p:grpSpPr>
      <p:sp>
        <p:nvSpPr>
          <p:cNvPr id="964" name="Google Shape;964;p3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65" name="Google Shape;965;p37"/>
          <p:cNvSpPr txBox="1">
            <a:spLocks noGrp="1"/>
          </p:cNvSpPr>
          <p:nvPr>
            <p:ph type="body" idx="1"/>
          </p:nvPr>
        </p:nvSpPr>
        <p:spPr>
          <a:xfrm>
            <a:off x="311700" y="1152475"/>
            <a:ext cx="4473900" cy="34164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66" name="Google Shape;966;p37"/>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967"/>
        <p:cNvGrpSpPr/>
        <p:nvPr/>
      </p:nvGrpSpPr>
      <p:grpSpPr>
        <a:xfrm>
          <a:off x="0" y="0"/>
          <a:ext cx="0" cy="0"/>
          <a:chOff x="0" y="0"/>
          <a:chExt cx="0" cy="0"/>
        </a:xfrm>
      </p:grpSpPr>
      <p:sp>
        <p:nvSpPr>
          <p:cNvPr id="968" name="Google Shape;968;p38"/>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69" name="Google Shape;969;p38"/>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70" name="Google Shape;970;p38"/>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71" name="Google Shape;971;p38"/>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72" name="Google Shape;972;p38"/>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973"/>
        <p:cNvGrpSpPr/>
        <p:nvPr/>
      </p:nvGrpSpPr>
      <p:grpSpPr>
        <a:xfrm>
          <a:off x="0" y="0"/>
          <a:ext cx="0" cy="0"/>
          <a:chOff x="0" y="0"/>
          <a:chExt cx="0" cy="0"/>
        </a:xfrm>
      </p:grpSpPr>
      <p:sp>
        <p:nvSpPr>
          <p:cNvPr id="974" name="Google Shape;974;p39"/>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75" name="Google Shape;975;p39"/>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76" name="Google Shape;976;p39"/>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77" name="Google Shape;977;p39"/>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78" name="Google Shape;978;p39"/>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79" name="Google Shape;979;p39"/>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000"/>
              <a:buNone/>
              <a:defRPr sz="2000"/>
            </a:lvl1pPr>
            <a:lvl2pPr lvl="1">
              <a:lnSpc>
                <a:spcPct val="100000"/>
              </a:lnSpc>
              <a:spcBef>
                <a:spcPts val="800"/>
              </a:spcBef>
              <a:spcAft>
                <a:spcPts val="0"/>
              </a:spcAft>
              <a:buSzPts val="2000"/>
              <a:buNone/>
              <a:defRPr sz="2000"/>
            </a:lvl2pPr>
            <a:lvl3pPr lvl="2">
              <a:lnSpc>
                <a:spcPct val="100000"/>
              </a:lnSpc>
              <a:spcBef>
                <a:spcPts val="800"/>
              </a:spcBef>
              <a:spcAft>
                <a:spcPts val="0"/>
              </a:spcAft>
              <a:buSzPts val="2000"/>
              <a:buNone/>
              <a:defRPr sz="2000"/>
            </a:lvl3pPr>
            <a:lvl4pPr lvl="3">
              <a:lnSpc>
                <a:spcPct val="100000"/>
              </a:lnSpc>
              <a:spcBef>
                <a:spcPts val="800"/>
              </a:spcBef>
              <a:spcAft>
                <a:spcPts val="0"/>
              </a:spcAft>
              <a:buSzPts val="2000"/>
              <a:buNone/>
              <a:defRPr sz="2000"/>
            </a:lvl4pPr>
            <a:lvl5pPr lvl="4">
              <a:lnSpc>
                <a:spcPct val="100000"/>
              </a:lnSpc>
              <a:spcBef>
                <a:spcPts val="800"/>
              </a:spcBef>
              <a:spcAft>
                <a:spcPts val="0"/>
              </a:spcAft>
              <a:buSzPts val="2000"/>
              <a:buNone/>
              <a:defRPr sz="2000"/>
            </a:lvl5pPr>
            <a:lvl6pPr lvl="5">
              <a:lnSpc>
                <a:spcPct val="100000"/>
              </a:lnSpc>
              <a:spcBef>
                <a:spcPts val="800"/>
              </a:spcBef>
              <a:spcAft>
                <a:spcPts val="0"/>
              </a:spcAft>
              <a:buSzPts val="2000"/>
              <a:buNone/>
              <a:defRPr sz="2000"/>
            </a:lvl6pPr>
            <a:lvl7pPr lvl="6">
              <a:lnSpc>
                <a:spcPct val="100000"/>
              </a:lnSpc>
              <a:spcBef>
                <a:spcPts val="800"/>
              </a:spcBef>
              <a:spcAft>
                <a:spcPts val="0"/>
              </a:spcAft>
              <a:buSzPts val="2000"/>
              <a:buNone/>
              <a:defRPr sz="2000"/>
            </a:lvl7pPr>
            <a:lvl8pPr lvl="7">
              <a:lnSpc>
                <a:spcPct val="100000"/>
              </a:lnSpc>
              <a:spcBef>
                <a:spcPts val="800"/>
              </a:spcBef>
              <a:spcAft>
                <a:spcPts val="0"/>
              </a:spcAft>
              <a:buSzPts val="2000"/>
              <a:buNone/>
              <a:defRPr sz="2000"/>
            </a:lvl8pPr>
            <a:lvl9pPr lvl="8">
              <a:lnSpc>
                <a:spcPct val="100000"/>
              </a:lnSpc>
              <a:spcBef>
                <a:spcPts val="800"/>
              </a:spcBef>
              <a:spcAft>
                <a:spcPts val="0"/>
              </a:spcAft>
              <a:buSzPts val="2000"/>
              <a:buNone/>
              <a:defRPr sz="2000"/>
            </a:lvl9pPr>
          </a:lstStyle>
          <a:p>
            <a:endParaRPr/>
          </a:p>
        </p:txBody>
      </p:sp>
      <p:sp>
        <p:nvSpPr>
          <p:cNvPr id="980" name="Google Shape;980;p39"/>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981"/>
        <p:cNvGrpSpPr/>
        <p:nvPr/>
      </p:nvGrpSpPr>
      <p:grpSpPr>
        <a:xfrm>
          <a:off x="0" y="0"/>
          <a:ext cx="0" cy="0"/>
          <a:chOff x="0" y="0"/>
          <a:chExt cx="0" cy="0"/>
        </a:xfrm>
      </p:grpSpPr>
      <p:sp>
        <p:nvSpPr>
          <p:cNvPr id="982" name="Google Shape;982;p4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83" name="Google Shape;983;p40"/>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984"/>
        <p:cNvGrpSpPr/>
        <p:nvPr/>
      </p:nvGrpSpPr>
      <p:grpSpPr>
        <a:xfrm>
          <a:off x="0" y="0"/>
          <a:ext cx="0" cy="0"/>
          <a:chOff x="0" y="0"/>
          <a:chExt cx="0" cy="0"/>
        </a:xfrm>
      </p:grpSpPr>
      <p:sp>
        <p:nvSpPr>
          <p:cNvPr id="985" name="Google Shape;985;p41"/>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86" name="Google Shape;986;p41"/>
          <p:cNvSpPr>
            <a:spLocks noGrp="1"/>
          </p:cNvSpPr>
          <p:nvPr>
            <p:ph type="pic" idx="2"/>
          </p:nvPr>
        </p:nvSpPr>
        <p:spPr>
          <a:xfrm>
            <a:off x="4804825" y="1133300"/>
            <a:ext cx="4027500" cy="2392800"/>
          </a:xfrm>
          <a:prstGeom prst="rect">
            <a:avLst/>
          </a:prstGeom>
          <a:noFill/>
          <a:ln>
            <a:noFill/>
          </a:ln>
        </p:spPr>
      </p:sp>
      <p:sp>
        <p:nvSpPr>
          <p:cNvPr id="987" name="Google Shape;987;p41"/>
          <p:cNvSpPr>
            <a:spLocks noGrp="1"/>
          </p:cNvSpPr>
          <p:nvPr>
            <p:ph type="pic" idx="3"/>
          </p:nvPr>
        </p:nvSpPr>
        <p:spPr>
          <a:xfrm>
            <a:off x="311725" y="1133300"/>
            <a:ext cx="4027500" cy="2392800"/>
          </a:xfrm>
          <a:prstGeom prst="rect">
            <a:avLst/>
          </a:prstGeom>
          <a:noFill/>
          <a:ln>
            <a:noFill/>
          </a:ln>
        </p:spPr>
      </p:sp>
      <p:sp>
        <p:nvSpPr>
          <p:cNvPr id="988" name="Google Shape;988;p41"/>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89" name="Google Shape;989;p4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990" name="Google Shape;990;p41"/>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a:lvl1pPr>
            <a:lvl2pPr lvl="1">
              <a:lnSpc>
                <a:spcPct val="100000"/>
              </a:lnSpc>
              <a:spcBef>
                <a:spcPts val="800"/>
              </a:spcBef>
              <a:spcAft>
                <a:spcPts val="0"/>
              </a:spcAft>
              <a:buSzPts val="1800"/>
              <a:buNone/>
              <a:defRPr sz="1800"/>
            </a:lvl2pPr>
            <a:lvl3pPr lvl="2">
              <a:lnSpc>
                <a:spcPct val="100000"/>
              </a:lnSpc>
              <a:spcBef>
                <a:spcPts val="800"/>
              </a:spcBef>
              <a:spcAft>
                <a:spcPts val="0"/>
              </a:spcAft>
              <a:buSzPts val="1800"/>
              <a:buNone/>
              <a:defRPr sz="1800"/>
            </a:lvl3pPr>
            <a:lvl4pPr lvl="3">
              <a:lnSpc>
                <a:spcPct val="100000"/>
              </a:lnSpc>
              <a:spcBef>
                <a:spcPts val="800"/>
              </a:spcBef>
              <a:spcAft>
                <a:spcPts val="0"/>
              </a:spcAft>
              <a:buSzPts val="1800"/>
              <a:buNone/>
              <a:defRPr sz="1800"/>
            </a:lvl4pPr>
            <a:lvl5pPr lvl="4">
              <a:lnSpc>
                <a:spcPct val="100000"/>
              </a:lnSpc>
              <a:spcBef>
                <a:spcPts val="800"/>
              </a:spcBef>
              <a:spcAft>
                <a:spcPts val="0"/>
              </a:spcAft>
              <a:buSzPts val="1800"/>
              <a:buNone/>
              <a:defRPr sz="1800"/>
            </a:lvl5pPr>
            <a:lvl6pPr lvl="5">
              <a:lnSpc>
                <a:spcPct val="100000"/>
              </a:lnSpc>
              <a:spcBef>
                <a:spcPts val="800"/>
              </a:spcBef>
              <a:spcAft>
                <a:spcPts val="0"/>
              </a:spcAft>
              <a:buSzPts val="1800"/>
              <a:buNone/>
              <a:defRPr sz="1800"/>
            </a:lvl6pPr>
            <a:lvl7pPr lvl="6">
              <a:lnSpc>
                <a:spcPct val="100000"/>
              </a:lnSpc>
              <a:spcBef>
                <a:spcPts val="800"/>
              </a:spcBef>
              <a:spcAft>
                <a:spcPts val="0"/>
              </a:spcAft>
              <a:buSzPts val="1800"/>
              <a:buNone/>
              <a:defRPr sz="1800"/>
            </a:lvl7pPr>
            <a:lvl8pPr lvl="7">
              <a:lnSpc>
                <a:spcPct val="100000"/>
              </a:lnSpc>
              <a:spcBef>
                <a:spcPts val="800"/>
              </a:spcBef>
              <a:spcAft>
                <a:spcPts val="0"/>
              </a:spcAft>
              <a:buSzPts val="1800"/>
              <a:buNone/>
              <a:defRPr sz="1800"/>
            </a:lvl8pPr>
            <a:lvl9pPr lvl="8">
              <a:lnSpc>
                <a:spcPct val="100000"/>
              </a:lnSpc>
              <a:spcBef>
                <a:spcPts val="800"/>
              </a:spcBef>
              <a:spcAft>
                <a:spcPts val="0"/>
              </a:spcAft>
              <a:buSzPts val="1800"/>
              <a:buNone/>
              <a:defRPr sz="1800"/>
            </a:lvl9pPr>
          </a:lstStyle>
          <a:p>
            <a:endParaRPr/>
          </a:p>
        </p:txBody>
      </p:sp>
      <p:sp>
        <p:nvSpPr>
          <p:cNvPr id="991" name="Google Shape;991;p41"/>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a:lvl1pPr>
            <a:lvl2pPr lvl="1">
              <a:lnSpc>
                <a:spcPct val="100000"/>
              </a:lnSpc>
              <a:spcBef>
                <a:spcPts val="800"/>
              </a:spcBef>
              <a:spcAft>
                <a:spcPts val="0"/>
              </a:spcAft>
              <a:buSzPts val="1800"/>
              <a:buNone/>
              <a:defRPr sz="1800"/>
            </a:lvl2pPr>
            <a:lvl3pPr lvl="2">
              <a:lnSpc>
                <a:spcPct val="100000"/>
              </a:lnSpc>
              <a:spcBef>
                <a:spcPts val="800"/>
              </a:spcBef>
              <a:spcAft>
                <a:spcPts val="0"/>
              </a:spcAft>
              <a:buSzPts val="1800"/>
              <a:buNone/>
              <a:defRPr sz="1800"/>
            </a:lvl3pPr>
            <a:lvl4pPr lvl="3">
              <a:lnSpc>
                <a:spcPct val="100000"/>
              </a:lnSpc>
              <a:spcBef>
                <a:spcPts val="800"/>
              </a:spcBef>
              <a:spcAft>
                <a:spcPts val="0"/>
              </a:spcAft>
              <a:buSzPts val="1800"/>
              <a:buNone/>
              <a:defRPr sz="1800"/>
            </a:lvl4pPr>
            <a:lvl5pPr lvl="4">
              <a:lnSpc>
                <a:spcPct val="100000"/>
              </a:lnSpc>
              <a:spcBef>
                <a:spcPts val="800"/>
              </a:spcBef>
              <a:spcAft>
                <a:spcPts val="0"/>
              </a:spcAft>
              <a:buSzPts val="1800"/>
              <a:buNone/>
              <a:defRPr sz="1800"/>
            </a:lvl5pPr>
            <a:lvl6pPr lvl="5">
              <a:lnSpc>
                <a:spcPct val="100000"/>
              </a:lnSpc>
              <a:spcBef>
                <a:spcPts val="800"/>
              </a:spcBef>
              <a:spcAft>
                <a:spcPts val="0"/>
              </a:spcAft>
              <a:buSzPts val="1800"/>
              <a:buNone/>
              <a:defRPr sz="1800"/>
            </a:lvl6pPr>
            <a:lvl7pPr lvl="6">
              <a:lnSpc>
                <a:spcPct val="100000"/>
              </a:lnSpc>
              <a:spcBef>
                <a:spcPts val="800"/>
              </a:spcBef>
              <a:spcAft>
                <a:spcPts val="0"/>
              </a:spcAft>
              <a:buSzPts val="1800"/>
              <a:buNone/>
              <a:defRPr sz="1800"/>
            </a:lvl7pPr>
            <a:lvl8pPr lvl="7">
              <a:lnSpc>
                <a:spcPct val="100000"/>
              </a:lnSpc>
              <a:spcBef>
                <a:spcPts val="800"/>
              </a:spcBef>
              <a:spcAft>
                <a:spcPts val="0"/>
              </a:spcAft>
              <a:buSzPts val="1800"/>
              <a:buNone/>
              <a:defRPr sz="1800"/>
            </a:lvl8pPr>
            <a:lvl9pPr lvl="8">
              <a:lnSpc>
                <a:spcPct val="100000"/>
              </a:lnSpc>
              <a:spcBef>
                <a:spcPts val="800"/>
              </a:spcBef>
              <a:spcAft>
                <a:spcPts val="0"/>
              </a:spcAft>
              <a:buSzPts val="1800"/>
              <a:buNone/>
              <a:defRPr sz="1800"/>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992"/>
        <p:cNvGrpSpPr/>
        <p:nvPr/>
      </p:nvGrpSpPr>
      <p:grpSpPr>
        <a:xfrm>
          <a:off x="0" y="0"/>
          <a:ext cx="0" cy="0"/>
          <a:chOff x="0" y="0"/>
          <a:chExt cx="0" cy="0"/>
        </a:xfrm>
      </p:grpSpPr>
      <p:sp>
        <p:nvSpPr>
          <p:cNvPr id="993" name="Google Shape;993;p42"/>
          <p:cNvSpPr txBox="1">
            <a:spLocks noGrp="1"/>
          </p:cNvSpPr>
          <p:nvPr>
            <p:ph type="body" idx="1"/>
          </p:nvPr>
        </p:nvSpPr>
        <p:spPr>
          <a:xfrm>
            <a:off x="311700"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94" name="Google Shape;994;p42"/>
          <p:cNvSpPr>
            <a:spLocks noGrp="1"/>
          </p:cNvSpPr>
          <p:nvPr>
            <p:ph type="pic" idx="2"/>
          </p:nvPr>
        </p:nvSpPr>
        <p:spPr>
          <a:xfrm>
            <a:off x="6205225" y="1128325"/>
            <a:ext cx="2627100" cy="2273100"/>
          </a:xfrm>
          <a:prstGeom prst="rect">
            <a:avLst/>
          </a:prstGeom>
          <a:noFill/>
          <a:ln>
            <a:noFill/>
          </a:ln>
        </p:spPr>
      </p:sp>
      <p:sp>
        <p:nvSpPr>
          <p:cNvPr id="995" name="Google Shape;995;p42"/>
          <p:cNvSpPr>
            <a:spLocks noGrp="1"/>
          </p:cNvSpPr>
          <p:nvPr>
            <p:ph type="pic" idx="3"/>
          </p:nvPr>
        </p:nvSpPr>
        <p:spPr>
          <a:xfrm>
            <a:off x="311725" y="1128325"/>
            <a:ext cx="2627100" cy="2273100"/>
          </a:xfrm>
          <a:prstGeom prst="rect">
            <a:avLst/>
          </a:prstGeom>
          <a:noFill/>
          <a:ln>
            <a:noFill/>
          </a:ln>
        </p:spPr>
      </p:sp>
      <p:sp>
        <p:nvSpPr>
          <p:cNvPr id="996" name="Google Shape;996;p42"/>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97" name="Google Shape;997;p42"/>
          <p:cNvSpPr>
            <a:spLocks noGrp="1"/>
          </p:cNvSpPr>
          <p:nvPr>
            <p:ph type="pic" idx="5"/>
          </p:nvPr>
        </p:nvSpPr>
        <p:spPr>
          <a:xfrm>
            <a:off x="3255250" y="1128325"/>
            <a:ext cx="2627100" cy="2273100"/>
          </a:xfrm>
          <a:prstGeom prst="rect">
            <a:avLst/>
          </a:prstGeom>
          <a:noFill/>
          <a:ln>
            <a:noFill/>
          </a:ln>
        </p:spPr>
      </p:sp>
      <p:sp>
        <p:nvSpPr>
          <p:cNvPr id="998" name="Google Shape;998;p42"/>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999" name="Google Shape;999;p4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000" name="Google Shape;1000;p42"/>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a:lvl1pPr>
            <a:lvl2pPr lvl="1">
              <a:lnSpc>
                <a:spcPct val="100000"/>
              </a:lnSpc>
              <a:spcBef>
                <a:spcPts val="800"/>
              </a:spcBef>
              <a:spcAft>
                <a:spcPts val="0"/>
              </a:spcAft>
              <a:buSzPts val="1800"/>
              <a:buNone/>
              <a:defRPr sz="1800"/>
            </a:lvl2pPr>
            <a:lvl3pPr lvl="2">
              <a:lnSpc>
                <a:spcPct val="100000"/>
              </a:lnSpc>
              <a:spcBef>
                <a:spcPts val="800"/>
              </a:spcBef>
              <a:spcAft>
                <a:spcPts val="0"/>
              </a:spcAft>
              <a:buSzPts val="1800"/>
              <a:buNone/>
              <a:defRPr sz="1800"/>
            </a:lvl3pPr>
            <a:lvl4pPr lvl="3">
              <a:lnSpc>
                <a:spcPct val="100000"/>
              </a:lnSpc>
              <a:spcBef>
                <a:spcPts val="800"/>
              </a:spcBef>
              <a:spcAft>
                <a:spcPts val="0"/>
              </a:spcAft>
              <a:buSzPts val="1800"/>
              <a:buNone/>
              <a:defRPr sz="1800"/>
            </a:lvl4pPr>
            <a:lvl5pPr lvl="4">
              <a:lnSpc>
                <a:spcPct val="100000"/>
              </a:lnSpc>
              <a:spcBef>
                <a:spcPts val="800"/>
              </a:spcBef>
              <a:spcAft>
                <a:spcPts val="0"/>
              </a:spcAft>
              <a:buSzPts val="1800"/>
              <a:buNone/>
              <a:defRPr sz="1800"/>
            </a:lvl5pPr>
            <a:lvl6pPr lvl="5">
              <a:lnSpc>
                <a:spcPct val="100000"/>
              </a:lnSpc>
              <a:spcBef>
                <a:spcPts val="800"/>
              </a:spcBef>
              <a:spcAft>
                <a:spcPts val="0"/>
              </a:spcAft>
              <a:buSzPts val="1800"/>
              <a:buNone/>
              <a:defRPr sz="1800"/>
            </a:lvl6pPr>
            <a:lvl7pPr lvl="6">
              <a:lnSpc>
                <a:spcPct val="100000"/>
              </a:lnSpc>
              <a:spcBef>
                <a:spcPts val="800"/>
              </a:spcBef>
              <a:spcAft>
                <a:spcPts val="0"/>
              </a:spcAft>
              <a:buSzPts val="1800"/>
              <a:buNone/>
              <a:defRPr sz="1800"/>
            </a:lvl7pPr>
            <a:lvl8pPr lvl="7">
              <a:lnSpc>
                <a:spcPct val="100000"/>
              </a:lnSpc>
              <a:spcBef>
                <a:spcPts val="800"/>
              </a:spcBef>
              <a:spcAft>
                <a:spcPts val="0"/>
              </a:spcAft>
              <a:buSzPts val="1800"/>
              <a:buNone/>
              <a:defRPr sz="1800"/>
            </a:lvl8pPr>
            <a:lvl9pPr lvl="8">
              <a:lnSpc>
                <a:spcPct val="100000"/>
              </a:lnSpc>
              <a:spcBef>
                <a:spcPts val="800"/>
              </a:spcBef>
              <a:spcAft>
                <a:spcPts val="0"/>
              </a:spcAft>
              <a:buSzPts val="1800"/>
              <a:buNone/>
              <a:defRPr sz="1800"/>
            </a:lvl9pPr>
          </a:lstStyle>
          <a:p>
            <a:endParaRPr/>
          </a:p>
        </p:txBody>
      </p:sp>
      <p:sp>
        <p:nvSpPr>
          <p:cNvPr id="1001" name="Google Shape;1001;p42"/>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a:lvl1pPr>
            <a:lvl2pPr lvl="1">
              <a:lnSpc>
                <a:spcPct val="100000"/>
              </a:lnSpc>
              <a:spcBef>
                <a:spcPts val="800"/>
              </a:spcBef>
              <a:spcAft>
                <a:spcPts val="0"/>
              </a:spcAft>
              <a:buSzPts val="1800"/>
              <a:buNone/>
              <a:defRPr sz="1800"/>
            </a:lvl2pPr>
            <a:lvl3pPr lvl="2">
              <a:lnSpc>
                <a:spcPct val="100000"/>
              </a:lnSpc>
              <a:spcBef>
                <a:spcPts val="800"/>
              </a:spcBef>
              <a:spcAft>
                <a:spcPts val="0"/>
              </a:spcAft>
              <a:buSzPts val="1800"/>
              <a:buNone/>
              <a:defRPr sz="1800"/>
            </a:lvl3pPr>
            <a:lvl4pPr lvl="3">
              <a:lnSpc>
                <a:spcPct val="100000"/>
              </a:lnSpc>
              <a:spcBef>
                <a:spcPts val="800"/>
              </a:spcBef>
              <a:spcAft>
                <a:spcPts val="0"/>
              </a:spcAft>
              <a:buSzPts val="1800"/>
              <a:buNone/>
              <a:defRPr sz="1800"/>
            </a:lvl4pPr>
            <a:lvl5pPr lvl="4">
              <a:lnSpc>
                <a:spcPct val="100000"/>
              </a:lnSpc>
              <a:spcBef>
                <a:spcPts val="800"/>
              </a:spcBef>
              <a:spcAft>
                <a:spcPts val="0"/>
              </a:spcAft>
              <a:buSzPts val="1800"/>
              <a:buNone/>
              <a:defRPr sz="1800"/>
            </a:lvl5pPr>
            <a:lvl6pPr lvl="5">
              <a:lnSpc>
                <a:spcPct val="100000"/>
              </a:lnSpc>
              <a:spcBef>
                <a:spcPts val="800"/>
              </a:spcBef>
              <a:spcAft>
                <a:spcPts val="0"/>
              </a:spcAft>
              <a:buSzPts val="1800"/>
              <a:buNone/>
              <a:defRPr sz="1800"/>
            </a:lvl6pPr>
            <a:lvl7pPr lvl="6">
              <a:lnSpc>
                <a:spcPct val="100000"/>
              </a:lnSpc>
              <a:spcBef>
                <a:spcPts val="800"/>
              </a:spcBef>
              <a:spcAft>
                <a:spcPts val="0"/>
              </a:spcAft>
              <a:buSzPts val="1800"/>
              <a:buNone/>
              <a:defRPr sz="1800"/>
            </a:lvl7pPr>
            <a:lvl8pPr lvl="7">
              <a:lnSpc>
                <a:spcPct val="100000"/>
              </a:lnSpc>
              <a:spcBef>
                <a:spcPts val="800"/>
              </a:spcBef>
              <a:spcAft>
                <a:spcPts val="0"/>
              </a:spcAft>
              <a:buSzPts val="1800"/>
              <a:buNone/>
              <a:defRPr sz="1800"/>
            </a:lvl8pPr>
            <a:lvl9pPr lvl="8">
              <a:lnSpc>
                <a:spcPct val="100000"/>
              </a:lnSpc>
              <a:spcBef>
                <a:spcPts val="800"/>
              </a:spcBef>
              <a:spcAft>
                <a:spcPts val="0"/>
              </a:spcAft>
              <a:buSzPts val="1800"/>
              <a:buNone/>
              <a:defRPr sz="1800"/>
            </a:lvl9pPr>
          </a:lstStyle>
          <a:p>
            <a:endParaRPr/>
          </a:p>
        </p:txBody>
      </p:sp>
      <p:sp>
        <p:nvSpPr>
          <p:cNvPr id="1002" name="Google Shape;1002;p42"/>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a:lvl1pPr>
            <a:lvl2pPr lvl="1">
              <a:lnSpc>
                <a:spcPct val="100000"/>
              </a:lnSpc>
              <a:spcBef>
                <a:spcPts val="800"/>
              </a:spcBef>
              <a:spcAft>
                <a:spcPts val="0"/>
              </a:spcAft>
              <a:buSzPts val="1800"/>
              <a:buNone/>
              <a:defRPr sz="1800"/>
            </a:lvl2pPr>
            <a:lvl3pPr lvl="2">
              <a:lnSpc>
                <a:spcPct val="100000"/>
              </a:lnSpc>
              <a:spcBef>
                <a:spcPts val="800"/>
              </a:spcBef>
              <a:spcAft>
                <a:spcPts val="0"/>
              </a:spcAft>
              <a:buSzPts val="1800"/>
              <a:buNone/>
              <a:defRPr sz="1800"/>
            </a:lvl3pPr>
            <a:lvl4pPr lvl="3">
              <a:lnSpc>
                <a:spcPct val="100000"/>
              </a:lnSpc>
              <a:spcBef>
                <a:spcPts val="800"/>
              </a:spcBef>
              <a:spcAft>
                <a:spcPts val="0"/>
              </a:spcAft>
              <a:buSzPts val="1800"/>
              <a:buNone/>
              <a:defRPr sz="1800"/>
            </a:lvl4pPr>
            <a:lvl5pPr lvl="4">
              <a:lnSpc>
                <a:spcPct val="100000"/>
              </a:lnSpc>
              <a:spcBef>
                <a:spcPts val="800"/>
              </a:spcBef>
              <a:spcAft>
                <a:spcPts val="0"/>
              </a:spcAft>
              <a:buSzPts val="1800"/>
              <a:buNone/>
              <a:defRPr sz="1800"/>
            </a:lvl5pPr>
            <a:lvl6pPr lvl="5">
              <a:lnSpc>
                <a:spcPct val="100000"/>
              </a:lnSpc>
              <a:spcBef>
                <a:spcPts val="800"/>
              </a:spcBef>
              <a:spcAft>
                <a:spcPts val="0"/>
              </a:spcAft>
              <a:buSzPts val="1800"/>
              <a:buNone/>
              <a:defRPr sz="1800"/>
            </a:lvl6pPr>
            <a:lvl7pPr lvl="6">
              <a:lnSpc>
                <a:spcPct val="100000"/>
              </a:lnSpc>
              <a:spcBef>
                <a:spcPts val="800"/>
              </a:spcBef>
              <a:spcAft>
                <a:spcPts val="0"/>
              </a:spcAft>
              <a:buSzPts val="1800"/>
              <a:buNone/>
              <a:defRPr sz="1800"/>
            </a:lvl7pPr>
            <a:lvl8pPr lvl="7">
              <a:lnSpc>
                <a:spcPct val="100000"/>
              </a:lnSpc>
              <a:spcBef>
                <a:spcPts val="800"/>
              </a:spcBef>
              <a:spcAft>
                <a:spcPts val="0"/>
              </a:spcAft>
              <a:buSzPts val="1800"/>
              <a:buNone/>
              <a:defRPr sz="1800"/>
            </a:lvl8pPr>
            <a:lvl9pPr lvl="8">
              <a:lnSpc>
                <a:spcPct val="100000"/>
              </a:lnSpc>
              <a:spcBef>
                <a:spcPts val="800"/>
              </a:spcBef>
              <a:spcAft>
                <a:spcPts val="0"/>
              </a:spcAft>
              <a:buSzPts val="1800"/>
              <a:buNone/>
              <a:defRPr sz="18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1003"/>
        <p:cNvGrpSpPr/>
        <p:nvPr/>
      </p:nvGrpSpPr>
      <p:grpSpPr>
        <a:xfrm>
          <a:off x="0" y="0"/>
          <a:ext cx="0" cy="0"/>
          <a:chOff x="0" y="0"/>
          <a:chExt cx="0" cy="0"/>
        </a:xfrm>
      </p:grpSpPr>
      <p:sp>
        <p:nvSpPr>
          <p:cNvPr id="1004" name="Google Shape;1004;p43"/>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1005"/>
        <p:cNvGrpSpPr/>
        <p:nvPr/>
      </p:nvGrpSpPr>
      <p:grpSpPr>
        <a:xfrm>
          <a:off x="0" y="0"/>
          <a:ext cx="0" cy="0"/>
          <a:chOff x="0" y="0"/>
          <a:chExt cx="0" cy="0"/>
        </a:xfrm>
      </p:grpSpPr>
      <p:sp>
        <p:nvSpPr>
          <p:cNvPr id="1006" name="Google Shape;1006;p44"/>
          <p:cNvSpPr>
            <a:spLocks noGrp="1"/>
          </p:cNvSpPr>
          <p:nvPr>
            <p:ph type="pic" idx="2"/>
          </p:nvPr>
        </p:nvSpPr>
        <p:spPr>
          <a:xfrm>
            <a:off x="3389600" y="118913"/>
            <a:ext cx="1643700" cy="1535100"/>
          </a:xfrm>
          <a:prstGeom prst="rect">
            <a:avLst/>
          </a:prstGeom>
          <a:noFill/>
          <a:ln>
            <a:noFill/>
          </a:ln>
        </p:spPr>
      </p:sp>
      <p:sp>
        <p:nvSpPr>
          <p:cNvPr id="1007" name="Google Shape;1007;p44"/>
          <p:cNvSpPr>
            <a:spLocks noGrp="1"/>
          </p:cNvSpPr>
          <p:nvPr>
            <p:ph type="pic" idx="3"/>
          </p:nvPr>
        </p:nvSpPr>
        <p:spPr>
          <a:xfrm>
            <a:off x="5195935" y="118913"/>
            <a:ext cx="1643700" cy="1535100"/>
          </a:xfrm>
          <a:prstGeom prst="rect">
            <a:avLst/>
          </a:prstGeom>
          <a:noFill/>
          <a:ln>
            <a:noFill/>
          </a:ln>
        </p:spPr>
      </p:sp>
      <p:sp>
        <p:nvSpPr>
          <p:cNvPr id="1008" name="Google Shape;1008;p44"/>
          <p:cNvSpPr>
            <a:spLocks noGrp="1"/>
          </p:cNvSpPr>
          <p:nvPr>
            <p:ph type="pic" idx="4"/>
          </p:nvPr>
        </p:nvSpPr>
        <p:spPr>
          <a:xfrm>
            <a:off x="7002270" y="118913"/>
            <a:ext cx="1643700" cy="1535100"/>
          </a:xfrm>
          <a:prstGeom prst="rect">
            <a:avLst/>
          </a:prstGeom>
          <a:noFill/>
          <a:ln>
            <a:noFill/>
          </a:ln>
        </p:spPr>
      </p:sp>
      <p:sp>
        <p:nvSpPr>
          <p:cNvPr id="1009" name="Google Shape;1009;p44"/>
          <p:cNvSpPr>
            <a:spLocks noGrp="1"/>
          </p:cNvSpPr>
          <p:nvPr>
            <p:ph type="pic" idx="5"/>
          </p:nvPr>
        </p:nvSpPr>
        <p:spPr>
          <a:xfrm>
            <a:off x="3389588" y="1804212"/>
            <a:ext cx="1643700" cy="1535100"/>
          </a:xfrm>
          <a:prstGeom prst="rect">
            <a:avLst/>
          </a:prstGeom>
          <a:noFill/>
          <a:ln>
            <a:noFill/>
          </a:ln>
        </p:spPr>
      </p:sp>
      <p:sp>
        <p:nvSpPr>
          <p:cNvPr id="1010" name="Google Shape;1010;p44"/>
          <p:cNvSpPr>
            <a:spLocks noGrp="1"/>
          </p:cNvSpPr>
          <p:nvPr>
            <p:ph type="pic" idx="6"/>
          </p:nvPr>
        </p:nvSpPr>
        <p:spPr>
          <a:xfrm>
            <a:off x="5195922" y="1804212"/>
            <a:ext cx="1643700" cy="1535100"/>
          </a:xfrm>
          <a:prstGeom prst="rect">
            <a:avLst/>
          </a:prstGeom>
          <a:noFill/>
          <a:ln>
            <a:noFill/>
          </a:ln>
        </p:spPr>
      </p:sp>
      <p:sp>
        <p:nvSpPr>
          <p:cNvPr id="1011" name="Google Shape;1011;p44"/>
          <p:cNvSpPr>
            <a:spLocks noGrp="1"/>
          </p:cNvSpPr>
          <p:nvPr>
            <p:ph type="pic" idx="7"/>
          </p:nvPr>
        </p:nvSpPr>
        <p:spPr>
          <a:xfrm>
            <a:off x="7002257" y="1804212"/>
            <a:ext cx="1643700" cy="1535100"/>
          </a:xfrm>
          <a:prstGeom prst="rect">
            <a:avLst/>
          </a:prstGeom>
          <a:noFill/>
          <a:ln>
            <a:noFill/>
          </a:ln>
        </p:spPr>
      </p:sp>
      <p:sp>
        <p:nvSpPr>
          <p:cNvPr id="1012" name="Google Shape;1012;p44"/>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013" name="Google Shape;1013;p44"/>
          <p:cNvSpPr>
            <a:spLocks noGrp="1"/>
          </p:cNvSpPr>
          <p:nvPr>
            <p:ph type="pic" idx="8"/>
          </p:nvPr>
        </p:nvSpPr>
        <p:spPr>
          <a:xfrm>
            <a:off x="3389588" y="3489487"/>
            <a:ext cx="1643700" cy="1535100"/>
          </a:xfrm>
          <a:prstGeom prst="rect">
            <a:avLst/>
          </a:prstGeom>
          <a:noFill/>
          <a:ln>
            <a:noFill/>
          </a:ln>
        </p:spPr>
      </p:sp>
      <p:sp>
        <p:nvSpPr>
          <p:cNvPr id="1014" name="Google Shape;1014;p44"/>
          <p:cNvSpPr>
            <a:spLocks noGrp="1"/>
          </p:cNvSpPr>
          <p:nvPr>
            <p:ph type="pic" idx="9"/>
          </p:nvPr>
        </p:nvSpPr>
        <p:spPr>
          <a:xfrm>
            <a:off x="5195922" y="3489487"/>
            <a:ext cx="1643700" cy="1535100"/>
          </a:xfrm>
          <a:prstGeom prst="rect">
            <a:avLst/>
          </a:prstGeom>
          <a:noFill/>
          <a:ln>
            <a:noFill/>
          </a:ln>
        </p:spPr>
      </p:sp>
      <p:sp>
        <p:nvSpPr>
          <p:cNvPr id="1015" name="Google Shape;1015;p44"/>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1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body" idx="1"/>
          </p:nvPr>
        </p:nvSpPr>
        <p:spPr>
          <a:xfrm>
            <a:off x="228600" y="1452125"/>
            <a:ext cx="5760600" cy="3460200"/>
          </a:xfrm>
          <a:prstGeom prst="rect">
            <a:avLst/>
          </a:prstGeom>
          <a:noFill/>
          <a:ln>
            <a:noFill/>
          </a:ln>
        </p:spPr>
        <p:txBody>
          <a:bodyPr spcFirstLastPara="1" wrap="square" lIns="91425" tIns="91425" rIns="91425" bIns="91425" anchor="t" anchorCtr="0">
            <a:spAutoFit/>
          </a:bodyPr>
          <a:lstStyle>
            <a:lvl1pPr marL="457200" lvl="0" indent="-304800">
              <a:lnSpc>
                <a:spcPct val="115000"/>
              </a:lnSpc>
              <a:spcBef>
                <a:spcPts val="0"/>
              </a:spcBef>
              <a:spcAft>
                <a:spcPts val="0"/>
              </a:spcAft>
              <a:buClr>
                <a:schemeClr val="lt1"/>
              </a:buClr>
              <a:buSzPts val="1200"/>
              <a:buFont typeface="Manrope"/>
              <a:buChar char="●"/>
              <a:defRPr sz="1200">
                <a:solidFill>
                  <a:schemeClr val="lt1"/>
                </a:solidFill>
                <a:latin typeface="Manrope"/>
                <a:ea typeface="Manrope"/>
                <a:cs typeface="Manrope"/>
                <a:sym typeface="Manrope"/>
              </a:defRPr>
            </a:lvl1pPr>
            <a:lvl2pPr marL="914400" lvl="1"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2pPr>
            <a:lvl3pPr marL="1371600" lvl="2"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3pPr>
            <a:lvl4pPr marL="1828800" lvl="3"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4pPr>
            <a:lvl5pPr marL="2286000" lvl="4"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5pPr>
            <a:lvl6pPr marL="2743200" lvl="5"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6pPr>
            <a:lvl7pPr marL="3200400" lvl="6"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7pPr>
            <a:lvl8pPr marL="3657600" lvl="7" indent="-304800">
              <a:lnSpc>
                <a:spcPct val="115000"/>
              </a:lnSpc>
              <a:spcBef>
                <a:spcPts val="800"/>
              </a:spcBef>
              <a:spcAft>
                <a:spcPts val="0"/>
              </a:spcAft>
              <a:buClr>
                <a:schemeClr val="lt1"/>
              </a:buClr>
              <a:buSzPts val="1200"/>
              <a:buFont typeface="Manrope"/>
              <a:buChar char="○"/>
              <a:defRPr sz="1200">
                <a:solidFill>
                  <a:schemeClr val="lt1"/>
                </a:solidFill>
                <a:latin typeface="Manrope"/>
                <a:ea typeface="Manrope"/>
                <a:cs typeface="Manrope"/>
                <a:sym typeface="Manrope"/>
              </a:defRPr>
            </a:lvl8pPr>
            <a:lvl9pPr marL="4114800" lvl="8" indent="-304800">
              <a:lnSpc>
                <a:spcPct val="115000"/>
              </a:lnSpc>
              <a:spcBef>
                <a:spcPts val="800"/>
              </a:spcBef>
              <a:spcAft>
                <a:spcPts val="800"/>
              </a:spcAft>
              <a:buClr>
                <a:schemeClr val="lt1"/>
              </a:buClr>
              <a:buSzPts val="1200"/>
              <a:buFont typeface="Manrope"/>
              <a:buChar char="■"/>
              <a:defRPr sz="1200">
                <a:solidFill>
                  <a:schemeClr val="lt1"/>
                </a:solidFill>
                <a:latin typeface="Manrope"/>
                <a:ea typeface="Manrope"/>
                <a:cs typeface="Manrope"/>
                <a:sym typeface="Manrope"/>
              </a:defRPr>
            </a:lvl9pPr>
          </a:lstStyle>
          <a:p>
            <a:endParaRPr/>
          </a:p>
        </p:txBody>
      </p:sp>
      <p:sp>
        <p:nvSpPr>
          <p:cNvPr id="7" name="Google Shape;7;p1"/>
          <p:cNvSpPr txBox="1">
            <a:spLocks noGrp="1"/>
          </p:cNvSpPr>
          <p:nvPr>
            <p:ph type="title"/>
          </p:nvPr>
        </p:nvSpPr>
        <p:spPr>
          <a:xfrm>
            <a:off x="228600" y="369300"/>
            <a:ext cx="6480300" cy="587700"/>
          </a:xfrm>
          <a:prstGeom prst="rect">
            <a:avLst/>
          </a:prstGeom>
          <a:noFill/>
          <a:ln>
            <a:noFill/>
          </a:ln>
        </p:spPr>
        <p:txBody>
          <a:bodyPr spcFirstLastPara="1" wrap="square" lIns="91425" tIns="91425" rIns="91425" bIns="91425" anchor="t" anchorCtr="0">
            <a:spAutoFit/>
          </a:bodyPr>
          <a:lstStyle>
            <a:lvl1pPr lvl="0">
              <a:lnSpc>
                <a:spcPct val="90000"/>
              </a:lnSpc>
              <a:spcBef>
                <a:spcPts val="0"/>
              </a:spcBef>
              <a:spcAft>
                <a:spcPts val="0"/>
              </a:spcAft>
              <a:buClr>
                <a:schemeClr val="lt1"/>
              </a:buClr>
              <a:buSzPts val="3000"/>
              <a:buFont typeface="Arial"/>
              <a:buNone/>
              <a:defRPr sz="3000" b="1">
                <a:solidFill>
                  <a:schemeClr val="lt1"/>
                </a:solidFill>
                <a:latin typeface="Anton"/>
                <a:ea typeface="Anton"/>
                <a:cs typeface="Anton"/>
                <a:sym typeface="Anton"/>
              </a:defRPr>
            </a:lvl1pPr>
            <a:lvl2pPr lvl="1">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2pPr>
            <a:lvl3pPr lvl="2">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3pPr>
            <a:lvl4pPr lvl="3">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4pPr>
            <a:lvl5pPr lvl="4">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5pPr>
            <a:lvl6pPr lvl="5">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6pPr>
            <a:lvl7pPr lvl="6">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7pPr>
            <a:lvl8pPr lvl="7">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8pPr>
            <a:lvl9pPr lvl="8">
              <a:lnSpc>
                <a:spcPct val="115000"/>
              </a:lnSpc>
              <a:spcBef>
                <a:spcPts val="0"/>
              </a:spcBef>
              <a:spcAft>
                <a:spcPts val="0"/>
              </a:spcAft>
              <a:buClr>
                <a:schemeClr val="lt1"/>
              </a:buClr>
              <a:buSzPts val="3000"/>
              <a:buFont typeface="Arial"/>
              <a:buNone/>
              <a:defRPr sz="3000">
                <a:solidFill>
                  <a:schemeClr val="lt1"/>
                </a:solidFill>
                <a:latin typeface="Anton"/>
                <a:ea typeface="Anton"/>
                <a:cs typeface="Anton"/>
                <a:sym typeface="Anto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26">
          <p15:clr>
            <a:srgbClr val="E46962"/>
          </p15:clr>
        </p15:guide>
        <p15:guide id="10" pos="4285">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github.com/Aryaremani/Automated-Visual-Inspection-using-CNN" TargetMode="External"/><Relationship Id="rId2" Type="http://schemas.openxmlformats.org/officeDocument/2006/relationships/notesSlide" Target="../notesSlides/notesSlide1.xml"/><Relationship Id="rId1" Type="http://schemas.openxmlformats.org/officeDocument/2006/relationships/slideLayout" Target="../slideLayouts/slideLayout44.xml"/><Relationship Id="rId4" Type="http://schemas.openxmlformats.org/officeDocument/2006/relationships/hyperlink" Target="https://automated-visual-inspection-using-cnn.streamlit.app/"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44.xml"/><Relationship Id="rId4" Type="http://schemas.openxmlformats.org/officeDocument/2006/relationships/hyperlink" Target="https://automated-visual-inspection-using-cnn.streamlit.app/"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4.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44.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4.xml"/></Relationships>
</file>

<file path=ppt/slides/_rels/slide10.xml.rels><?xml version="1.0" encoding="UTF-8" standalone="yes"?>
<Relationships xmlns="http://schemas.openxmlformats.org/package/2006/relationships"><Relationship Id="rId3" Type="http://schemas.openxmlformats.org/officeDocument/2006/relationships/hyperlink" Target="http://github.com/Aryaremani/Automated-Visual-Inspection-using-CNN" TargetMode="External"/><Relationship Id="rId2" Type="http://schemas.openxmlformats.org/officeDocument/2006/relationships/notesSlide" Target="../notesSlides/notesSlide10.xml"/><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1021"/>
        <p:cNvGrpSpPr/>
        <p:nvPr/>
      </p:nvGrpSpPr>
      <p:grpSpPr>
        <a:xfrm>
          <a:off x="0" y="0"/>
          <a:ext cx="0" cy="0"/>
          <a:chOff x="0" y="0"/>
          <a:chExt cx="0" cy="0"/>
        </a:xfrm>
      </p:grpSpPr>
      <p:sp>
        <p:nvSpPr>
          <p:cNvPr id="1022" name="Google Shape;1022;p46"/>
          <p:cNvSpPr/>
          <p:nvPr/>
        </p:nvSpPr>
        <p:spPr>
          <a:xfrm>
            <a:off x="0" y="0"/>
            <a:ext cx="9144000" cy="732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46"/>
          <p:cNvSpPr/>
          <p:nvPr/>
        </p:nvSpPr>
        <p:spPr>
          <a:xfrm>
            <a:off x="457200" y="791351"/>
            <a:ext cx="8229600" cy="822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3800"/>
              <a:buFont typeface="Calibri"/>
              <a:buNone/>
            </a:pPr>
            <a:r>
              <a:rPr lang="en-GB" sz="4500" b="1" i="0" u="none" strike="noStrike" cap="none">
                <a:solidFill>
                  <a:srgbClr val="FFFFFF"/>
                </a:solidFill>
                <a:latin typeface="Calibri"/>
                <a:ea typeface="Calibri"/>
                <a:cs typeface="Calibri"/>
                <a:sym typeface="Calibri"/>
              </a:rPr>
              <a:t>Automated Visual Inspection</a:t>
            </a:r>
            <a:endParaRPr sz="4500" b="0" i="0" u="none" strike="noStrike" cap="none">
              <a:solidFill>
                <a:schemeClr val="dk1"/>
              </a:solidFill>
              <a:latin typeface="Calibri"/>
              <a:ea typeface="Calibri"/>
              <a:cs typeface="Calibri"/>
              <a:sym typeface="Calibri"/>
            </a:endParaRPr>
          </a:p>
        </p:txBody>
      </p:sp>
      <p:sp>
        <p:nvSpPr>
          <p:cNvPr id="1024" name="Google Shape;1024;p46"/>
          <p:cNvSpPr/>
          <p:nvPr/>
        </p:nvSpPr>
        <p:spPr>
          <a:xfrm>
            <a:off x="457200" y="1709702"/>
            <a:ext cx="82296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06B6D4"/>
              </a:buClr>
              <a:buSzPts val="2000"/>
              <a:buFont typeface="Calibri"/>
              <a:buNone/>
            </a:pPr>
            <a:r>
              <a:rPr lang="en-GB" sz="2500" b="0" i="0" u="none" strike="noStrike" cap="none">
                <a:solidFill>
                  <a:srgbClr val="06B6D4"/>
                </a:solidFill>
                <a:latin typeface="Calibri"/>
                <a:ea typeface="Calibri"/>
                <a:cs typeface="Calibri"/>
                <a:sym typeface="Calibri"/>
              </a:rPr>
              <a:t>using Convolutional Neural Networks (CNN)</a:t>
            </a:r>
            <a:endParaRPr sz="2500" b="0" i="0" u="none" strike="noStrike" cap="none">
              <a:solidFill>
                <a:schemeClr val="dk1"/>
              </a:solidFill>
              <a:latin typeface="Calibri"/>
              <a:ea typeface="Calibri"/>
              <a:cs typeface="Calibri"/>
              <a:sym typeface="Calibri"/>
            </a:endParaRPr>
          </a:p>
        </p:txBody>
      </p:sp>
      <p:sp>
        <p:nvSpPr>
          <p:cNvPr id="1025" name="Google Shape;1025;p46"/>
          <p:cNvSpPr/>
          <p:nvPr/>
        </p:nvSpPr>
        <p:spPr>
          <a:xfrm>
            <a:off x="2743200" y="2549690"/>
            <a:ext cx="3657600" cy="366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46"/>
          <p:cNvSpPr/>
          <p:nvPr/>
        </p:nvSpPr>
        <p:spPr>
          <a:xfrm>
            <a:off x="457200" y="2803125"/>
            <a:ext cx="8229600" cy="365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2E8F0"/>
              </a:buClr>
              <a:buSzPts val="1300"/>
              <a:buFont typeface="Calibri"/>
              <a:buNone/>
            </a:pPr>
            <a:r>
              <a:rPr lang="en-GB" sz="1500" b="0" i="0" u="none" strike="noStrike" cap="none">
                <a:solidFill>
                  <a:srgbClr val="E2E8F0"/>
                </a:solidFill>
                <a:latin typeface="Calibri"/>
                <a:ea typeface="Calibri"/>
                <a:cs typeface="Calibri"/>
                <a:sym typeface="Calibri"/>
              </a:rPr>
              <a:t>Team Members: Abhi P Vijay  ·  Anamika A  ·  Arya R</a:t>
            </a:r>
            <a:endParaRPr sz="1500" b="0" i="0" u="none" strike="noStrike" cap="none">
              <a:solidFill>
                <a:schemeClr val="dk1"/>
              </a:solidFill>
              <a:latin typeface="Calibri"/>
              <a:ea typeface="Calibri"/>
              <a:cs typeface="Calibri"/>
              <a:sym typeface="Calibri"/>
            </a:endParaRPr>
          </a:p>
        </p:txBody>
      </p:sp>
      <p:sp>
        <p:nvSpPr>
          <p:cNvPr id="1027" name="Google Shape;1027;p46"/>
          <p:cNvSpPr/>
          <p:nvPr/>
        </p:nvSpPr>
        <p:spPr>
          <a:xfrm>
            <a:off x="586552" y="3445755"/>
            <a:ext cx="8229600" cy="630000"/>
          </a:xfrm>
          <a:prstGeom prst="rect">
            <a:avLst/>
          </a:prstGeom>
          <a:noFill/>
          <a:ln>
            <a:noFill/>
          </a:ln>
        </p:spPr>
        <p:txBody>
          <a:bodyPr spcFirstLastPara="1" wrap="square" lIns="91425" tIns="45700" rIns="91425" bIns="45700" anchor="ctr" anchorCtr="0">
            <a:noAutofit/>
          </a:bodyPr>
          <a:lstStyle/>
          <a:p>
            <a:pPr marL="0" marR="0" lvl="0" indent="0" algn="ctr" rtl="0">
              <a:lnSpc>
                <a:spcPct val="115000"/>
              </a:lnSpc>
              <a:spcBef>
                <a:spcPts val="0"/>
              </a:spcBef>
              <a:spcAft>
                <a:spcPts val="0"/>
              </a:spcAft>
              <a:buClr>
                <a:srgbClr val="64748B"/>
              </a:buClr>
              <a:buSzPts val="1100"/>
              <a:buFont typeface="Calibri"/>
              <a:buNone/>
            </a:pPr>
            <a:r>
              <a:rPr lang="en-GB" b="0" i="0" u="none" strike="noStrike" cap="none">
                <a:solidFill>
                  <a:srgbClr val="64748B"/>
                </a:solidFill>
                <a:latin typeface="Calibri"/>
                <a:ea typeface="Calibri"/>
                <a:cs typeface="Calibri"/>
                <a:sym typeface="Calibri"/>
              </a:rPr>
              <a:t>GitHub: </a:t>
            </a:r>
            <a:r>
              <a:rPr lang="en-GB" b="0" i="0" u="sng" strike="noStrike" cap="none">
                <a:solidFill>
                  <a:schemeClr val="hlink"/>
                </a:solidFill>
                <a:latin typeface="Calibri"/>
                <a:ea typeface="Calibri"/>
                <a:cs typeface="Calibri"/>
                <a:sym typeface="Calibri"/>
                <a:hlinkClick r:id="rId3"/>
              </a:rPr>
              <a:t>github.com/Aryaremani/Automated-Visual-Inspection-using-CNN </a:t>
            </a:r>
            <a:r>
              <a:rPr lang="en-GB" b="0" i="0" u="none" strike="noStrike" cap="none">
                <a:solidFill>
                  <a:srgbClr val="64748B"/>
                </a:solidFill>
                <a:latin typeface="Calibri"/>
                <a:ea typeface="Calibri"/>
                <a:cs typeface="Calibri"/>
                <a:sym typeface="Calibri"/>
              </a:rPr>
              <a:t>  </a:t>
            </a:r>
            <a:endParaRPr b="0" i="0" u="none" strike="noStrike" cap="none">
              <a:solidFill>
                <a:srgbClr val="64748B"/>
              </a:solidFill>
              <a:latin typeface="Calibri"/>
              <a:ea typeface="Calibri"/>
              <a:cs typeface="Calibri"/>
              <a:sym typeface="Calibri"/>
            </a:endParaRPr>
          </a:p>
          <a:p>
            <a:pPr marL="0" marR="0" lvl="0" indent="0" algn="ctr" rtl="0">
              <a:lnSpc>
                <a:spcPct val="115000"/>
              </a:lnSpc>
              <a:spcBef>
                <a:spcPts val="0"/>
              </a:spcBef>
              <a:spcAft>
                <a:spcPts val="0"/>
              </a:spcAft>
              <a:buClr>
                <a:srgbClr val="64748B"/>
              </a:buClr>
              <a:buSzPts val="1100"/>
              <a:buFont typeface="Calibri"/>
              <a:buNone/>
            </a:pPr>
            <a:r>
              <a:rPr lang="en-GB" b="0" i="0" u="none" strike="noStrike" cap="none">
                <a:solidFill>
                  <a:srgbClr val="64748B"/>
                </a:solidFill>
                <a:latin typeface="Calibri"/>
                <a:ea typeface="Calibri"/>
                <a:cs typeface="Calibri"/>
                <a:sym typeface="Calibri"/>
              </a:rPr>
              <a:t>Streamlit App: </a:t>
            </a:r>
            <a:r>
              <a:rPr lang="en-GB" b="0" i="0" u="sng" strike="noStrike" cap="none">
                <a:solidFill>
                  <a:schemeClr val="hlink"/>
                </a:solidFill>
                <a:latin typeface="Calibri"/>
                <a:ea typeface="Calibri"/>
                <a:cs typeface="Calibri"/>
                <a:sym typeface="Calibri"/>
                <a:hlinkClick r:id="rId4"/>
              </a:rPr>
              <a:t>automated-visual-inspection-using-cnn.streamlit.app</a:t>
            </a:r>
            <a:endParaRPr b="0" i="0" u="none" strike="noStrike" cap="none">
              <a:solidFill>
                <a:schemeClr val="dk1"/>
              </a:solidFill>
              <a:latin typeface="Calibri"/>
              <a:ea typeface="Calibri"/>
              <a:cs typeface="Calibri"/>
              <a:sym typeface="Calibri"/>
            </a:endParaRPr>
          </a:p>
        </p:txBody>
      </p:sp>
      <p:sp>
        <p:nvSpPr>
          <p:cNvPr id="1028" name="Google Shape;1028;p46"/>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033"/>
        <p:cNvGrpSpPr/>
        <p:nvPr/>
      </p:nvGrpSpPr>
      <p:grpSpPr>
        <a:xfrm>
          <a:off x="0" y="0"/>
          <a:ext cx="0" cy="0"/>
          <a:chOff x="0" y="0"/>
          <a:chExt cx="0" cy="0"/>
        </a:xfrm>
      </p:grpSpPr>
      <p:sp>
        <p:nvSpPr>
          <p:cNvPr id="1034" name="Google Shape;1034;p47"/>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47"/>
          <p:cNvSpPr/>
          <p:nvPr/>
        </p:nvSpPr>
        <p:spPr>
          <a:xfrm>
            <a:off x="457200" y="182880"/>
            <a:ext cx="8229600" cy="50292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Problem Statement </a:t>
            </a:r>
            <a:endParaRPr sz="2600" b="0" i="0" u="none" strike="noStrike" cap="none">
              <a:solidFill>
                <a:schemeClr val="dk1"/>
              </a:solidFill>
              <a:latin typeface="Calibri"/>
              <a:ea typeface="Calibri"/>
              <a:cs typeface="Calibri"/>
              <a:sym typeface="Calibri"/>
            </a:endParaRPr>
          </a:p>
        </p:txBody>
      </p:sp>
      <p:sp>
        <p:nvSpPr>
          <p:cNvPr id="1036" name="Google Shape;1036;p47"/>
          <p:cNvSpPr/>
          <p:nvPr/>
        </p:nvSpPr>
        <p:spPr>
          <a:xfrm>
            <a:off x="365739" y="856573"/>
            <a:ext cx="8519700" cy="3931800"/>
          </a:xfrm>
          <a:prstGeom prst="rect">
            <a:avLst/>
          </a:prstGeom>
          <a:solidFill>
            <a:srgbClr val="0D1B2A"/>
          </a:solidFill>
          <a:ln>
            <a:noFill/>
          </a:ln>
          <a:effectLst>
            <a:outerShdw blurRad="101600" dist="38100" dir="8100000" algn="bl" rotWithShape="0">
              <a:srgbClr val="000000">
                <a:alpha val="1490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37" name="Google Shape;1037;p47" descr="preencoded.png"/>
          <p:cNvPicPr preferRelativeResize="0"/>
          <p:nvPr/>
        </p:nvPicPr>
        <p:blipFill rotWithShape="1">
          <a:blip r:embed="rId3">
            <a:alphaModFix/>
          </a:blip>
          <a:srcRect/>
          <a:stretch/>
        </p:blipFill>
        <p:spPr>
          <a:xfrm>
            <a:off x="1236855" y="1199463"/>
            <a:ext cx="484500" cy="411600"/>
          </a:xfrm>
          <a:prstGeom prst="rect">
            <a:avLst/>
          </a:prstGeom>
          <a:noFill/>
          <a:ln>
            <a:noFill/>
          </a:ln>
        </p:spPr>
      </p:pic>
      <p:sp>
        <p:nvSpPr>
          <p:cNvPr id="1038" name="Google Shape;1038;p47"/>
          <p:cNvSpPr/>
          <p:nvPr/>
        </p:nvSpPr>
        <p:spPr>
          <a:xfrm>
            <a:off x="1914793" y="1199473"/>
            <a:ext cx="6583500" cy="41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6B6D4"/>
              </a:buClr>
              <a:buSzPts val="1500"/>
              <a:buFont typeface="Calibri"/>
              <a:buNone/>
            </a:pPr>
            <a:r>
              <a:rPr lang="en-GB" sz="2600" b="1" i="0" u="none" strike="noStrike" cap="none">
                <a:solidFill>
                  <a:srgbClr val="06B6D4"/>
                </a:solidFill>
                <a:latin typeface="Calibri"/>
                <a:ea typeface="Calibri"/>
                <a:cs typeface="Calibri"/>
                <a:sym typeface="Calibri"/>
              </a:rPr>
              <a:t>Problem Statement</a:t>
            </a:r>
            <a:endParaRPr sz="2600" b="0" i="0" u="none" strike="noStrike" cap="none">
              <a:solidFill>
                <a:schemeClr val="dk1"/>
              </a:solidFill>
              <a:latin typeface="Calibri"/>
              <a:ea typeface="Calibri"/>
              <a:cs typeface="Calibri"/>
              <a:sym typeface="Calibri"/>
            </a:endParaRPr>
          </a:p>
        </p:txBody>
      </p:sp>
      <p:sp>
        <p:nvSpPr>
          <p:cNvPr id="1039" name="Google Shape;1039;p47"/>
          <p:cNvSpPr/>
          <p:nvPr/>
        </p:nvSpPr>
        <p:spPr>
          <a:xfrm>
            <a:off x="656187" y="1775008"/>
            <a:ext cx="7938900" cy="31089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E2E8F0"/>
              </a:buClr>
              <a:buSzPts val="1200"/>
              <a:buFont typeface="Calibri"/>
              <a:buNone/>
            </a:pPr>
            <a:r>
              <a:rPr lang="en-GB" sz="1900" b="0" i="0" u="none" strike="noStrike" cap="none">
                <a:solidFill>
                  <a:srgbClr val="E2E8F0"/>
                </a:solidFill>
                <a:latin typeface="Calibri"/>
                <a:ea typeface="Calibri"/>
                <a:cs typeface="Calibri"/>
                <a:sym typeface="Calibri"/>
              </a:rPr>
              <a:t>Manual inspection of bottles in manufacturing is:</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200"/>
              <a:buFont typeface="Calibri"/>
              <a:buNone/>
            </a:pP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Time-consuming &amp; inconsistent</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Prone to human error</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Inefficient for high-speed lines</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200"/>
              <a:buFont typeface="Calibri"/>
              <a:buNone/>
            </a:pP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F59E0B"/>
              </a:buClr>
              <a:buSzPts val="1200"/>
              <a:buFont typeface="Calibri"/>
              <a:buNone/>
            </a:pPr>
            <a:r>
              <a:rPr lang="en-GB" sz="1900" b="0" i="0" u="none" strike="noStrike" cap="none">
                <a:solidFill>
                  <a:srgbClr val="F59E0B"/>
                </a:solidFill>
                <a:latin typeface="Calibri"/>
                <a:ea typeface="Calibri"/>
                <a:cs typeface="Calibri"/>
                <a:sym typeface="Calibri"/>
              </a:rPr>
              <a:t>Solution: An automated CNN-based system to accurately detect defects in real time — consistently and at scale.</a:t>
            </a:r>
            <a:endParaRPr sz="1900" b="0" i="0" u="none" strike="noStrike" cap="none">
              <a:solidFill>
                <a:schemeClr val="dk1"/>
              </a:solidFill>
              <a:latin typeface="Calibri"/>
              <a:ea typeface="Calibri"/>
              <a:cs typeface="Calibri"/>
              <a:sym typeface="Calibri"/>
            </a:endParaRPr>
          </a:p>
        </p:txBody>
      </p:sp>
      <p:sp>
        <p:nvSpPr>
          <p:cNvPr id="1040" name="Google Shape;1040;p47"/>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045"/>
        <p:cNvGrpSpPr/>
        <p:nvPr/>
      </p:nvGrpSpPr>
      <p:grpSpPr>
        <a:xfrm>
          <a:off x="0" y="0"/>
          <a:ext cx="0" cy="0"/>
          <a:chOff x="0" y="0"/>
          <a:chExt cx="0" cy="0"/>
        </a:xfrm>
      </p:grpSpPr>
      <p:sp>
        <p:nvSpPr>
          <p:cNvPr id="1046" name="Google Shape;1046;p48"/>
          <p:cNvSpPr/>
          <p:nvPr/>
        </p:nvSpPr>
        <p:spPr>
          <a:xfrm>
            <a:off x="0" y="0"/>
            <a:ext cx="9144000" cy="732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8"/>
          <p:cNvSpPr/>
          <p:nvPr/>
        </p:nvSpPr>
        <p:spPr>
          <a:xfrm>
            <a:off x="457200" y="182880"/>
            <a:ext cx="8229600" cy="502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Dataset Overview</a:t>
            </a:r>
            <a:endParaRPr sz="2600" b="0" i="0" u="none" strike="noStrike" cap="none">
              <a:solidFill>
                <a:schemeClr val="dk1"/>
              </a:solidFill>
              <a:latin typeface="Calibri"/>
              <a:ea typeface="Calibri"/>
              <a:cs typeface="Calibri"/>
              <a:sym typeface="Calibri"/>
            </a:endParaRPr>
          </a:p>
        </p:txBody>
      </p:sp>
      <p:sp>
        <p:nvSpPr>
          <p:cNvPr id="1048" name="Google Shape;1048;p48"/>
          <p:cNvSpPr/>
          <p:nvPr/>
        </p:nvSpPr>
        <p:spPr>
          <a:xfrm>
            <a:off x="457195" y="868675"/>
            <a:ext cx="8321100" cy="3931800"/>
          </a:xfrm>
          <a:prstGeom prst="rect">
            <a:avLst/>
          </a:prstGeom>
          <a:solidFill>
            <a:srgbClr val="1E3A5F"/>
          </a:solidFill>
          <a:ln>
            <a:noFill/>
          </a:ln>
          <a:effectLst>
            <a:outerShdw blurRad="101600" dist="38100" dir="8100000" algn="bl" rotWithShape="0">
              <a:srgbClr val="000000">
                <a:alpha val="149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49" name="Google Shape;1049;p48" descr="preencoded.png"/>
          <p:cNvPicPr preferRelativeResize="0"/>
          <p:nvPr/>
        </p:nvPicPr>
        <p:blipFill rotWithShape="1">
          <a:blip r:embed="rId3">
            <a:alphaModFix/>
          </a:blip>
          <a:srcRect/>
          <a:stretch/>
        </p:blipFill>
        <p:spPr>
          <a:xfrm>
            <a:off x="929979" y="1138951"/>
            <a:ext cx="452125" cy="384050"/>
          </a:xfrm>
          <a:prstGeom prst="rect">
            <a:avLst/>
          </a:prstGeom>
          <a:noFill/>
          <a:ln>
            <a:noFill/>
          </a:ln>
        </p:spPr>
      </p:pic>
      <p:sp>
        <p:nvSpPr>
          <p:cNvPr id="1050" name="Google Shape;1050;p48"/>
          <p:cNvSpPr/>
          <p:nvPr/>
        </p:nvSpPr>
        <p:spPr>
          <a:xfrm>
            <a:off x="1500389" y="1138961"/>
            <a:ext cx="6429900" cy="41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6B6D4"/>
              </a:buClr>
              <a:buSzPts val="1500"/>
              <a:buFont typeface="Calibri"/>
              <a:buNone/>
            </a:pPr>
            <a:r>
              <a:rPr lang="en-GB" sz="2600" b="1" i="0" u="none" strike="noStrike" cap="none">
                <a:solidFill>
                  <a:srgbClr val="06B6D4"/>
                </a:solidFill>
                <a:latin typeface="Calibri"/>
                <a:ea typeface="Calibri"/>
                <a:cs typeface="Calibri"/>
                <a:sym typeface="Calibri"/>
              </a:rPr>
              <a:t>Dataset Overview</a:t>
            </a:r>
            <a:endParaRPr sz="2600" b="0" i="0" u="none" strike="noStrike" cap="none">
              <a:solidFill>
                <a:schemeClr val="dk1"/>
              </a:solidFill>
              <a:latin typeface="Calibri"/>
              <a:ea typeface="Calibri"/>
              <a:cs typeface="Calibri"/>
              <a:sym typeface="Calibri"/>
            </a:endParaRPr>
          </a:p>
        </p:txBody>
      </p:sp>
      <p:sp>
        <p:nvSpPr>
          <p:cNvPr id="1051" name="Google Shape;1051;p48"/>
          <p:cNvSpPr/>
          <p:nvPr/>
        </p:nvSpPr>
        <p:spPr>
          <a:xfrm>
            <a:off x="740868" y="1775007"/>
            <a:ext cx="7753800" cy="31089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FFFFFF"/>
              </a:buClr>
              <a:buSzPts val="1200"/>
              <a:buFont typeface="Calibri"/>
              <a:buNone/>
            </a:pPr>
            <a:r>
              <a:rPr lang="en-US" sz="1900" b="1" i="0" u="none" strike="noStrike" cap="none" dirty="0">
                <a:solidFill>
                  <a:srgbClr val="FFFFFF"/>
                </a:solidFill>
                <a:latin typeface="Calibri"/>
                <a:ea typeface="Calibri"/>
                <a:cs typeface="Calibri"/>
                <a:sym typeface="Calibri"/>
              </a:rPr>
              <a:t>Bottle Category from </a:t>
            </a:r>
            <a:r>
              <a:rPr lang="en-US" sz="1900" b="1" i="0" u="none" strike="noStrike" cap="none" dirty="0" err="1">
                <a:solidFill>
                  <a:srgbClr val="FFFFFF"/>
                </a:solidFill>
                <a:latin typeface="Calibri"/>
                <a:ea typeface="Calibri"/>
                <a:cs typeface="Calibri"/>
                <a:sym typeface="Calibri"/>
              </a:rPr>
              <a:t>MVTec</a:t>
            </a:r>
            <a:r>
              <a:rPr lang="en-US" sz="1900" b="1" i="0" u="none" strike="noStrike" cap="none" dirty="0">
                <a:solidFill>
                  <a:srgbClr val="FFFFFF"/>
                </a:solidFill>
                <a:latin typeface="Calibri"/>
                <a:ea typeface="Calibri"/>
                <a:cs typeface="Calibri"/>
                <a:sym typeface="Calibri"/>
              </a:rPr>
              <a:t> AD Dataset</a:t>
            </a:r>
          </a:p>
          <a:p>
            <a:pPr marL="0" marR="0" lvl="0" indent="0" algn="l" rtl="0">
              <a:lnSpc>
                <a:spcPct val="115000"/>
              </a:lnSpc>
              <a:spcBef>
                <a:spcPts val="0"/>
              </a:spcBef>
              <a:spcAft>
                <a:spcPts val="0"/>
              </a:spcAft>
              <a:buClr>
                <a:srgbClr val="FFFFFF"/>
              </a:buClr>
              <a:buSzPts val="1200"/>
              <a:buFont typeface="Calibri"/>
              <a:buNone/>
            </a:pPr>
            <a:endParaRPr sz="1900" b="0"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6B6D4"/>
              </a:buClr>
              <a:buSzPts val="1200"/>
              <a:buFont typeface="Calibri"/>
              <a:buNone/>
            </a:pPr>
            <a:r>
              <a:rPr lang="en-GB" sz="1900" b="1" i="0" u="none" strike="noStrike" cap="none" dirty="0">
                <a:solidFill>
                  <a:srgbClr val="06B6D4"/>
                </a:solidFill>
                <a:latin typeface="Calibri"/>
                <a:ea typeface="Calibri"/>
                <a:cs typeface="Calibri"/>
                <a:sym typeface="Calibri"/>
              </a:rPr>
              <a:t>Purpose:</a:t>
            </a:r>
            <a:r>
              <a:rPr lang="en-GB" sz="1900" b="0" i="0" u="none" strike="noStrike" cap="none" dirty="0">
                <a:solidFill>
                  <a:srgbClr val="E2E8F0"/>
                </a:solidFill>
                <a:latin typeface="Calibri"/>
                <a:ea typeface="Calibri"/>
                <a:cs typeface="Calibri"/>
                <a:sym typeface="Calibri"/>
              </a:rPr>
              <a:t> Industrial anomaly detection benchmark</a:t>
            </a:r>
            <a:endParaRPr sz="1900" b="0"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6B6D4"/>
              </a:buClr>
              <a:buSzPts val="1200"/>
              <a:buFont typeface="Calibri"/>
              <a:buNone/>
            </a:pPr>
            <a:r>
              <a:rPr lang="en-GB" sz="1900" b="1" i="0" u="none" strike="noStrike" cap="none" dirty="0">
                <a:solidFill>
                  <a:srgbClr val="06B6D4"/>
                </a:solidFill>
                <a:latin typeface="Calibri"/>
                <a:ea typeface="Calibri"/>
                <a:cs typeface="Calibri"/>
                <a:sym typeface="Calibri"/>
              </a:rPr>
              <a:t>Defects:</a:t>
            </a:r>
            <a:r>
              <a:rPr lang="en-GB" sz="1900" b="0" i="0" u="none" strike="noStrike" cap="none" dirty="0">
                <a:solidFill>
                  <a:srgbClr val="E2E8F0"/>
                </a:solidFill>
                <a:latin typeface="Calibri"/>
                <a:ea typeface="Calibri"/>
                <a:cs typeface="Calibri"/>
                <a:sym typeface="Calibri"/>
              </a:rPr>
              <a:t> Cracks, contamination, scratches</a:t>
            </a:r>
            <a:endParaRPr sz="1900" b="0"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6B6D4"/>
              </a:buClr>
              <a:buSzPts val="1200"/>
              <a:buFont typeface="Calibri"/>
              <a:buNone/>
            </a:pPr>
            <a:r>
              <a:rPr lang="en-GB" sz="1900" b="1" i="0" u="none" strike="noStrike" cap="none" dirty="0">
                <a:solidFill>
                  <a:srgbClr val="06B6D4"/>
                </a:solidFill>
                <a:latin typeface="Calibri"/>
                <a:ea typeface="Calibri"/>
                <a:cs typeface="Calibri"/>
                <a:sym typeface="Calibri"/>
              </a:rPr>
              <a:t>Dataset Size:</a:t>
            </a:r>
            <a:r>
              <a:rPr lang="en-GB" sz="1900" b="0" i="0" u="none" strike="noStrike" cap="none" dirty="0">
                <a:solidFill>
                  <a:srgbClr val="E2E8F0"/>
                </a:solidFill>
                <a:latin typeface="Calibri"/>
                <a:ea typeface="Calibri"/>
                <a:cs typeface="Calibri"/>
                <a:sym typeface="Calibri"/>
              </a:rPr>
              <a:t> 5,354 images across 15 categories</a:t>
            </a:r>
            <a:endParaRPr sz="1900" b="0"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6B6D4"/>
              </a:buClr>
              <a:buSzPts val="1200"/>
              <a:buFont typeface="Calibri"/>
              <a:buNone/>
            </a:pPr>
            <a:r>
              <a:rPr lang="en-GB" sz="1900" b="1" i="0" u="none" strike="noStrike" cap="none" dirty="0">
                <a:solidFill>
                  <a:srgbClr val="06B6D4"/>
                </a:solidFill>
                <a:latin typeface="Calibri"/>
                <a:ea typeface="Calibri"/>
                <a:cs typeface="Calibri"/>
                <a:sym typeface="Calibri"/>
              </a:rPr>
              <a:t>Training:</a:t>
            </a:r>
            <a:r>
              <a:rPr lang="en-GB" sz="1900" b="0" i="0" u="none" strike="noStrike" cap="none" dirty="0">
                <a:solidFill>
                  <a:srgbClr val="E2E8F0"/>
                </a:solidFill>
                <a:latin typeface="Calibri"/>
                <a:ea typeface="Calibri"/>
                <a:cs typeface="Calibri"/>
                <a:sym typeface="Calibri"/>
              </a:rPr>
              <a:t> Defect-free bottle images</a:t>
            </a:r>
            <a:endParaRPr sz="1900" b="0"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6B6D4"/>
              </a:buClr>
              <a:buSzPts val="1200"/>
              <a:buFont typeface="Calibri"/>
              <a:buNone/>
            </a:pPr>
            <a:r>
              <a:rPr lang="en-GB" sz="1900" b="1" i="0" u="none" strike="noStrike" cap="none" dirty="0">
                <a:solidFill>
                  <a:srgbClr val="06B6D4"/>
                </a:solidFill>
                <a:latin typeface="Calibri"/>
                <a:ea typeface="Calibri"/>
                <a:cs typeface="Calibri"/>
                <a:sym typeface="Calibri"/>
              </a:rPr>
              <a:t>Test Data:</a:t>
            </a:r>
            <a:r>
              <a:rPr lang="en-GB" sz="1900" b="0" i="0" u="none" strike="noStrike" cap="none" dirty="0">
                <a:solidFill>
                  <a:srgbClr val="E2E8F0"/>
                </a:solidFill>
                <a:latin typeface="Calibri"/>
                <a:ea typeface="Calibri"/>
                <a:cs typeface="Calibri"/>
                <a:sym typeface="Calibri"/>
              </a:rPr>
              <a:t> Normal + anomalous with pixel-level annotations</a:t>
            </a:r>
            <a:endParaRPr sz="1900" b="0" i="0" u="none" strike="noStrike" cap="none" dirty="0">
              <a:solidFill>
                <a:schemeClr val="dk1"/>
              </a:solidFill>
              <a:latin typeface="Calibri"/>
              <a:ea typeface="Calibri"/>
              <a:cs typeface="Calibri"/>
              <a:sym typeface="Calibri"/>
            </a:endParaRPr>
          </a:p>
        </p:txBody>
      </p:sp>
      <p:sp>
        <p:nvSpPr>
          <p:cNvPr id="1052" name="Google Shape;1052;p48"/>
          <p:cNvSpPr/>
          <p:nvPr/>
        </p:nvSpPr>
        <p:spPr>
          <a:xfrm>
            <a:off x="0" y="5047488"/>
            <a:ext cx="9144000" cy="915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057"/>
        <p:cNvGrpSpPr/>
        <p:nvPr/>
      </p:nvGrpSpPr>
      <p:grpSpPr>
        <a:xfrm>
          <a:off x="0" y="0"/>
          <a:ext cx="0" cy="0"/>
          <a:chOff x="0" y="0"/>
          <a:chExt cx="0" cy="0"/>
        </a:xfrm>
      </p:grpSpPr>
      <p:sp>
        <p:nvSpPr>
          <p:cNvPr id="1058" name="Google Shape;1058;p49"/>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9"/>
          <p:cNvSpPr/>
          <p:nvPr/>
        </p:nvSpPr>
        <p:spPr>
          <a:xfrm>
            <a:off x="457200" y="182880"/>
            <a:ext cx="8229600" cy="50292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Methodology &amp; Pipeline</a:t>
            </a:r>
            <a:endParaRPr sz="2600" b="0" i="0" u="none" strike="noStrike" cap="none">
              <a:solidFill>
                <a:schemeClr val="dk1"/>
              </a:solidFill>
              <a:latin typeface="Calibri"/>
              <a:ea typeface="Calibri"/>
              <a:cs typeface="Calibri"/>
              <a:sym typeface="Calibri"/>
            </a:endParaRPr>
          </a:p>
        </p:txBody>
      </p:sp>
      <p:sp>
        <p:nvSpPr>
          <p:cNvPr id="1060" name="Google Shape;1060;p49"/>
          <p:cNvSpPr/>
          <p:nvPr/>
        </p:nvSpPr>
        <p:spPr>
          <a:xfrm>
            <a:off x="457200" y="777240"/>
            <a:ext cx="8229600" cy="32004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64748B"/>
              </a:buClr>
              <a:buSzPts val="1400"/>
              <a:buFont typeface="Calibri"/>
              <a:buNone/>
            </a:pPr>
            <a:r>
              <a:rPr lang="en-GB" sz="1400" b="0" i="0" u="none" strike="noStrike" cap="none">
                <a:solidFill>
                  <a:srgbClr val="64748B"/>
                </a:solidFill>
                <a:latin typeface="Calibri"/>
                <a:ea typeface="Calibri"/>
                <a:cs typeface="Calibri"/>
                <a:sym typeface="Calibri"/>
              </a:rPr>
              <a:t>Data Science Life Cycle</a:t>
            </a:r>
            <a:endParaRPr sz="1400" b="0" i="0" u="none" strike="noStrike" cap="none">
              <a:solidFill>
                <a:schemeClr val="dk1"/>
              </a:solidFill>
              <a:latin typeface="Calibri"/>
              <a:ea typeface="Calibri"/>
              <a:cs typeface="Calibri"/>
              <a:sym typeface="Calibri"/>
            </a:endParaRPr>
          </a:p>
        </p:txBody>
      </p:sp>
      <p:sp>
        <p:nvSpPr>
          <p:cNvPr id="1061" name="Google Shape;1061;p49"/>
          <p:cNvSpPr/>
          <p:nvPr/>
        </p:nvSpPr>
        <p:spPr>
          <a:xfrm>
            <a:off x="274320" y="123444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9"/>
          <p:cNvSpPr/>
          <p:nvPr/>
        </p:nvSpPr>
        <p:spPr>
          <a:xfrm>
            <a:off x="347472" y="123444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1. Problem Definition</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&amp; Literature Review</a:t>
            </a:r>
            <a:endParaRPr sz="1000" b="0" i="0" u="none" strike="noStrike" cap="none">
              <a:solidFill>
                <a:schemeClr val="dk1"/>
              </a:solidFill>
              <a:latin typeface="Calibri"/>
              <a:ea typeface="Calibri"/>
              <a:cs typeface="Calibri"/>
              <a:sym typeface="Calibri"/>
            </a:endParaRPr>
          </a:p>
        </p:txBody>
      </p:sp>
      <p:sp>
        <p:nvSpPr>
          <p:cNvPr id="1063" name="Google Shape;1063;p49"/>
          <p:cNvSpPr/>
          <p:nvPr/>
        </p:nvSpPr>
        <p:spPr>
          <a:xfrm>
            <a:off x="1847088" y="165506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9"/>
          <p:cNvSpPr/>
          <p:nvPr/>
        </p:nvSpPr>
        <p:spPr>
          <a:xfrm>
            <a:off x="1924812" y="123444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9"/>
          <p:cNvSpPr/>
          <p:nvPr/>
        </p:nvSpPr>
        <p:spPr>
          <a:xfrm>
            <a:off x="1997964" y="123444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2. Data Collection</a:t>
            </a:r>
            <a:endParaRPr sz="1000" b="0" i="0" u="none" strike="noStrike" cap="none" dirty="0">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&amp; </a:t>
            </a:r>
            <a:r>
              <a:rPr lang="en-GB" sz="1000" dirty="0">
                <a:solidFill>
                  <a:srgbClr val="FFFFFF"/>
                </a:solidFill>
                <a:latin typeface="Calibri"/>
                <a:ea typeface="Calibri"/>
                <a:cs typeface="Calibri"/>
                <a:sym typeface="Calibri"/>
              </a:rPr>
              <a:t>Analysis</a:t>
            </a:r>
            <a:endParaRPr sz="1000" b="0" i="0" u="none" strike="noStrike" cap="none" dirty="0">
              <a:solidFill>
                <a:schemeClr val="dk1"/>
              </a:solidFill>
              <a:latin typeface="Calibri"/>
              <a:ea typeface="Calibri"/>
              <a:cs typeface="Calibri"/>
              <a:sym typeface="Calibri"/>
            </a:endParaRPr>
          </a:p>
        </p:txBody>
      </p:sp>
      <p:sp>
        <p:nvSpPr>
          <p:cNvPr id="1066" name="Google Shape;1066;p49"/>
          <p:cNvSpPr/>
          <p:nvPr/>
        </p:nvSpPr>
        <p:spPr>
          <a:xfrm>
            <a:off x="3497580" y="165506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9"/>
          <p:cNvSpPr/>
          <p:nvPr/>
        </p:nvSpPr>
        <p:spPr>
          <a:xfrm>
            <a:off x="3575304" y="123444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9"/>
          <p:cNvSpPr/>
          <p:nvPr/>
        </p:nvSpPr>
        <p:spPr>
          <a:xfrm>
            <a:off x="3648456" y="123444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3. Data Preprocessing</a:t>
            </a:r>
            <a:endParaRPr sz="1000" b="0" i="0" u="none" strike="noStrike" cap="none" dirty="0">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endParaRPr sz="1000" b="0" i="0" u="none" strike="noStrike" cap="none" dirty="0">
              <a:solidFill>
                <a:schemeClr val="dk1"/>
              </a:solidFill>
              <a:latin typeface="Calibri"/>
              <a:ea typeface="Calibri"/>
              <a:cs typeface="Calibri"/>
              <a:sym typeface="Calibri"/>
            </a:endParaRPr>
          </a:p>
        </p:txBody>
      </p:sp>
      <p:sp>
        <p:nvSpPr>
          <p:cNvPr id="1069" name="Google Shape;1069;p49"/>
          <p:cNvSpPr/>
          <p:nvPr/>
        </p:nvSpPr>
        <p:spPr>
          <a:xfrm>
            <a:off x="5148072" y="165506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9"/>
          <p:cNvSpPr/>
          <p:nvPr/>
        </p:nvSpPr>
        <p:spPr>
          <a:xfrm>
            <a:off x="5225796" y="123444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9"/>
          <p:cNvSpPr/>
          <p:nvPr/>
        </p:nvSpPr>
        <p:spPr>
          <a:xfrm>
            <a:off x="5298948" y="123444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4. Exploratory</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Data Analysis</a:t>
            </a:r>
            <a:endParaRPr sz="1000" b="0" i="0" u="none" strike="noStrike" cap="none">
              <a:solidFill>
                <a:schemeClr val="dk1"/>
              </a:solidFill>
              <a:latin typeface="Calibri"/>
              <a:ea typeface="Calibri"/>
              <a:cs typeface="Calibri"/>
              <a:sym typeface="Calibri"/>
            </a:endParaRPr>
          </a:p>
        </p:txBody>
      </p:sp>
      <p:sp>
        <p:nvSpPr>
          <p:cNvPr id="1072" name="Google Shape;1072;p49"/>
          <p:cNvSpPr/>
          <p:nvPr/>
        </p:nvSpPr>
        <p:spPr>
          <a:xfrm>
            <a:off x="6798564" y="165506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9"/>
          <p:cNvSpPr/>
          <p:nvPr/>
        </p:nvSpPr>
        <p:spPr>
          <a:xfrm>
            <a:off x="6876288" y="123444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9"/>
          <p:cNvSpPr/>
          <p:nvPr/>
        </p:nvSpPr>
        <p:spPr>
          <a:xfrm>
            <a:off x="6949440" y="123444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5. Feature Extraction using CNN</a:t>
            </a:r>
            <a:endParaRPr sz="1000" b="0" i="0" u="none" strike="noStrike" cap="none" dirty="0">
              <a:solidFill>
                <a:schemeClr val="dk1"/>
              </a:solidFill>
              <a:latin typeface="Calibri"/>
              <a:ea typeface="Calibri"/>
              <a:cs typeface="Calibri"/>
              <a:sym typeface="Calibri"/>
            </a:endParaRPr>
          </a:p>
        </p:txBody>
      </p:sp>
      <p:sp>
        <p:nvSpPr>
          <p:cNvPr id="1075" name="Google Shape;1075;p49"/>
          <p:cNvSpPr/>
          <p:nvPr/>
        </p:nvSpPr>
        <p:spPr>
          <a:xfrm>
            <a:off x="274320" y="233172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9"/>
          <p:cNvSpPr/>
          <p:nvPr/>
        </p:nvSpPr>
        <p:spPr>
          <a:xfrm>
            <a:off x="347472" y="233172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6. Model Building</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&amp; Training</a:t>
            </a:r>
            <a:endParaRPr sz="1000" b="0" i="0" u="none" strike="noStrike" cap="none">
              <a:solidFill>
                <a:srgbClr val="FFFFFF"/>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a:solidFill>
                  <a:srgbClr val="FFFFFF"/>
                </a:solidFill>
                <a:latin typeface="Calibri"/>
                <a:ea typeface="Calibri"/>
                <a:cs typeface="Calibri"/>
                <a:sym typeface="Calibri"/>
              </a:rPr>
              <a:t>(ResNet18)</a:t>
            </a:r>
            <a:endParaRPr sz="1000">
              <a:solidFill>
                <a:srgbClr val="FFFFFF"/>
              </a:solidFill>
              <a:latin typeface="Calibri"/>
              <a:ea typeface="Calibri"/>
              <a:cs typeface="Calibri"/>
              <a:sym typeface="Calibri"/>
            </a:endParaRPr>
          </a:p>
        </p:txBody>
      </p:sp>
      <p:sp>
        <p:nvSpPr>
          <p:cNvPr id="1077" name="Google Shape;1077;p49"/>
          <p:cNvSpPr/>
          <p:nvPr/>
        </p:nvSpPr>
        <p:spPr>
          <a:xfrm>
            <a:off x="1847088" y="275234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9"/>
          <p:cNvSpPr/>
          <p:nvPr/>
        </p:nvSpPr>
        <p:spPr>
          <a:xfrm>
            <a:off x="1924812" y="233172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9"/>
          <p:cNvSpPr/>
          <p:nvPr/>
        </p:nvSpPr>
        <p:spPr>
          <a:xfrm>
            <a:off x="1997964" y="233172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7. Model Evaluation</a:t>
            </a:r>
            <a:endParaRPr sz="1000" b="0" i="0" u="none" strike="noStrike" cap="none" dirty="0">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&amp; Performance Analysis</a:t>
            </a:r>
            <a:endParaRPr sz="1000" b="0" i="0" u="none" strike="noStrike" cap="none" dirty="0">
              <a:solidFill>
                <a:schemeClr val="dk1"/>
              </a:solidFill>
              <a:latin typeface="Calibri"/>
              <a:ea typeface="Calibri"/>
              <a:cs typeface="Calibri"/>
              <a:sym typeface="Calibri"/>
            </a:endParaRPr>
          </a:p>
        </p:txBody>
      </p:sp>
      <p:sp>
        <p:nvSpPr>
          <p:cNvPr id="1080" name="Google Shape;1080;p49"/>
          <p:cNvSpPr/>
          <p:nvPr/>
        </p:nvSpPr>
        <p:spPr>
          <a:xfrm>
            <a:off x="3497580" y="275234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9"/>
          <p:cNvSpPr/>
          <p:nvPr/>
        </p:nvSpPr>
        <p:spPr>
          <a:xfrm>
            <a:off x="3575304" y="2331720"/>
            <a:ext cx="1572768" cy="914400"/>
          </a:xfrm>
          <a:prstGeom prst="rect">
            <a:avLst/>
          </a:prstGeom>
          <a:solidFill>
            <a:srgbClr val="0D1B2A"/>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9"/>
          <p:cNvSpPr/>
          <p:nvPr/>
        </p:nvSpPr>
        <p:spPr>
          <a:xfrm>
            <a:off x="3648456" y="233172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8. Model Interpretation</a:t>
            </a:r>
            <a:endParaRPr sz="1000" b="0" i="0" u="none" strike="noStrike" cap="none" dirty="0">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&amp; Explainability</a:t>
            </a:r>
          </a:p>
          <a:p>
            <a:pPr marL="0" marR="0" lvl="0" indent="0" algn="ctr" rtl="0">
              <a:spcBef>
                <a:spcPts val="0"/>
              </a:spcBef>
              <a:spcAft>
                <a:spcPts val="0"/>
              </a:spcAft>
              <a:buClr>
                <a:srgbClr val="FFFFFF"/>
              </a:buClr>
              <a:buSzPts val="1000"/>
              <a:buFont typeface="Calibri"/>
              <a:buNone/>
            </a:pPr>
            <a:r>
              <a:rPr lang="en-GB" sz="1000" dirty="0">
                <a:solidFill>
                  <a:srgbClr val="FFFFFF"/>
                </a:solidFill>
                <a:latin typeface="Calibri"/>
                <a:ea typeface="Calibri"/>
                <a:cs typeface="Calibri"/>
                <a:sym typeface="Calibri"/>
              </a:rPr>
              <a:t>(Grad-CAM)</a:t>
            </a:r>
            <a:endParaRPr sz="1000" b="0" i="0" u="none" strike="noStrike" cap="none" dirty="0">
              <a:solidFill>
                <a:schemeClr val="dk1"/>
              </a:solidFill>
              <a:latin typeface="Calibri"/>
              <a:ea typeface="Calibri"/>
              <a:cs typeface="Calibri"/>
              <a:sym typeface="Calibri"/>
            </a:endParaRPr>
          </a:p>
        </p:txBody>
      </p:sp>
      <p:sp>
        <p:nvSpPr>
          <p:cNvPr id="1083" name="Google Shape;1083;p49"/>
          <p:cNvSpPr/>
          <p:nvPr/>
        </p:nvSpPr>
        <p:spPr>
          <a:xfrm>
            <a:off x="5148072" y="275234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9"/>
          <p:cNvSpPr/>
          <p:nvPr/>
        </p:nvSpPr>
        <p:spPr>
          <a:xfrm>
            <a:off x="5225796" y="2331720"/>
            <a:ext cx="1572768" cy="914400"/>
          </a:xfrm>
          <a:prstGeom prst="rect">
            <a:avLst/>
          </a:prstGeom>
          <a:solidFill>
            <a:srgbClr val="0891B2"/>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9"/>
          <p:cNvSpPr/>
          <p:nvPr/>
        </p:nvSpPr>
        <p:spPr>
          <a:xfrm>
            <a:off x="5298948" y="233172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1" i="0" u="none" strike="noStrike" cap="none">
                <a:solidFill>
                  <a:srgbClr val="FFFFFF"/>
                </a:solidFill>
                <a:latin typeface="Calibri"/>
                <a:ea typeface="Calibri"/>
                <a:cs typeface="Calibri"/>
                <a:sym typeface="Calibri"/>
              </a:rPr>
              <a:t>9. Deployment</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1" i="0" u="none" strike="noStrike" cap="none">
                <a:solidFill>
                  <a:srgbClr val="FFFFFF"/>
                </a:solidFill>
                <a:latin typeface="Calibri"/>
                <a:ea typeface="Calibri"/>
                <a:cs typeface="Calibri"/>
                <a:sym typeface="Calibri"/>
              </a:rPr>
              <a:t>(Streamlit)</a:t>
            </a:r>
            <a:endParaRPr sz="1000" b="0" i="0" u="none" strike="noStrike" cap="none">
              <a:solidFill>
                <a:schemeClr val="dk1"/>
              </a:solidFill>
              <a:latin typeface="Calibri"/>
              <a:ea typeface="Calibri"/>
              <a:cs typeface="Calibri"/>
              <a:sym typeface="Calibri"/>
            </a:endParaRPr>
          </a:p>
        </p:txBody>
      </p:sp>
      <p:sp>
        <p:nvSpPr>
          <p:cNvPr id="1086" name="Google Shape;1086;p49"/>
          <p:cNvSpPr/>
          <p:nvPr/>
        </p:nvSpPr>
        <p:spPr>
          <a:xfrm>
            <a:off x="6798564" y="2752344"/>
            <a:ext cx="77724"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9"/>
          <p:cNvSpPr/>
          <p:nvPr/>
        </p:nvSpPr>
        <p:spPr>
          <a:xfrm>
            <a:off x="6876288" y="2331720"/>
            <a:ext cx="1572768" cy="914400"/>
          </a:xfrm>
          <a:prstGeom prst="rect">
            <a:avLst/>
          </a:prstGeom>
          <a:solidFill>
            <a:srgbClr val="0891B2"/>
          </a:solidFill>
          <a:ln>
            <a:noFill/>
          </a:ln>
          <a:effectLst>
            <a:outerShdw blurRad="63500" dist="254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9"/>
          <p:cNvSpPr/>
          <p:nvPr/>
        </p:nvSpPr>
        <p:spPr>
          <a:xfrm>
            <a:off x="6949440" y="2331720"/>
            <a:ext cx="1426464" cy="914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1" i="0" u="none" strike="noStrike" cap="none">
                <a:solidFill>
                  <a:srgbClr val="FFFFFF"/>
                </a:solidFill>
                <a:latin typeface="Calibri"/>
                <a:ea typeface="Calibri"/>
                <a:cs typeface="Calibri"/>
                <a:sym typeface="Calibri"/>
              </a:rPr>
              <a:t>10. Documentation</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1" i="0" u="none" strike="noStrike" cap="none">
                <a:solidFill>
                  <a:srgbClr val="FFFFFF"/>
                </a:solidFill>
                <a:latin typeface="Calibri"/>
                <a:ea typeface="Calibri"/>
                <a:cs typeface="Calibri"/>
                <a:sym typeface="Calibri"/>
              </a:rPr>
              <a:t>(README, GitHub)</a:t>
            </a:r>
            <a:endParaRPr sz="1000" b="0" i="0" u="none" strike="noStrike" cap="none">
              <a:solidFill>
                <a:schemeClr val="dk1"/>
              </a:solidFill>
              <a:latin typeface="Calibri"/>
              <a:ea typeface="Calibri"/>
              <a:cs typeface="Calibri"/>
              <a:sym typeface="Calibri"/>
            </a:endParaRPr>
          </a:p>
        </p:txBody>
      </p:sp>
      <p:sp>
        <p:nvSpPr>
          <p:cNvPr id="1089" name="Google Shape;1089;p49"/>
          <p:cNvSpPr/>
          <p:nvPr/>
        </p:nvSpPr>
        <p:spPr>
          <a:xfrm>
            <a:off x="365760" y="3429000"/>
            <a:ext cx="8412480" cy="1417320"/>
          </a:xfrm>
          <a:prstGeom prst="rect">
            <a:avLst/>
          </a:prstGeom>
          <a:solidFill>
            <a:srgbClr val="1E3A5F"/>
          </a:solidFill>
          <a:ln>
            <a:noFill/>
          </a:ln>
          <a:effectLst>
            <a:outerShdw blurRad="76200" dist="25400" dir="8100000" algn="bl" rotWithShape="0">
              <a:srgbClr val="000000">
                <a:alpha val="1490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9"/>
          <p:cNvSpPr/>
          <p:nvPr/>
        </p:nvSpPr>
        <p:spPr>
          <a:xfrm>
            <a:off x="548640" y="3520440"/>
            <a:ext cx="3200400" cy="36576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6B6D4"/>
              </a:buClr>
              <a:buSzPts val="1300"/>
              <a:buFont typeface="Calibri"/>
              <a:buNone/>
            </a:pPr>
            <a:r>
              <a:rPr lang="en-GB" sz="1300" b="1" i="0" u="none" strike="noStrike" cap="none">
                <a:solidFill>
                  <a:srgbClr val="06B6D4"/>
                </a:solidFill>
                <a:latin typeface="Calibri"/>
                <a:ea typeface="Calibri"/>
                <a:cs typeface="Calibri"/>
                <a:sym typeface="Calibri"/>
              </a:rPr>
              <a:t>CNN Pipeline Architecture</a:t>
            </a:r>
            <a:endParaRPr sz="1300" b="0" i="0" u="none" strike="noStrike" cap="none">
              <a:solidFill>
                <a:schemeClr val="dk1"/>
              </a:solidFill>
              <a:latin typeface="Calibri"/>
              <a:ea typeface="Calibri"/>
              <a:cs typeface="Calibri"/>
              <a:sym typeface="Calibri"/>
            </a:endParaRPr>
          </a:p>
        </p:txBody>
      </p:sp>
      <p:sp>
        <p:nvSpPr>
          <p:cNvPr id="1091" name="Google Shape;1091;p49"/>
          <p:cNvSpPr/>
          <p:nvPr/>
        </p:nvSpPr>
        <p:spPr>
          <a:xfrm>
            <a:off x="457200" y="3931920"/>
            <a:ext cx="1325880" cy="777240"/>
          </a:xfrm>
          <a:prstGeom prst="rect">
            <a:avLst/>
          </a:prstGeom>
          <a:solidFill>
            <a:srgbClr val="0D1B2A"/>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9"/>
          <p:cNvSpPr/>
          <p:nvPr/>
        </p:nvSpPr>
        <p:spPr>
          <a:xfrm>
            <a:off x="457200" y="3931920"/>
            <a:ext cx="1325880" cy="7772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Input Image</a:t>
            </a:r>
            <a:endParaRPr sz="1000" b="0" i="0" u="none" strike="noStrike" cap="none">
              <a:solidFill>
                <a:schemeClr val="dk1"/>
              </a:solidFill>
              <a:latin typeface="Calibri"/>
              <a:ea typeface="Calibri"/>
              <a:cs typeface="Calibri"/>
              <a:sym typeface="Calibri"/>
            </a:endParaRPr>
          </a:p>
        </p:txBody>
      </p:sp>
      <p:sp>
        <p:nvSpPr>
          <p:cNvPr id="1093" name="Google Shape;1093;p49"/>
          <p:cNvSpPr/>
          <p:nvPr/>
        </p:nvSpPr>
        <p:spPr>
          <a:xfrm>
            <a:off x="1783080" y="4283964"/>
            <a:ext cx="137160"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9"/>
          <p:cNvSpPr/>
          <p:nvPr/>
        </p:nvSpPr>
        <p:spPr>
          <a:xfrm>
            <a:off x="1920240" y="3931920"/>
            <a:ext cx="1325880" cy="777240"/>
          </a:xfrm>
          <a:prstGeom prst="rect">
            <a:avLst/>
          </a:prstGeom>
          <a:solidFill>
            <a:srgbClr val="0D1B2A"/>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9"/>
          <p:cNvSpPr/>
          <p:nvPr/>
        </p:nvSpPr>
        <p:spPr>
          <a:xfrm>
            <a:off x="1920240" y="3931920"/>
            <a:ext cx="1325880" cy="7772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Preprocessing</a:t>
            </a:r>
            <a:endParaRPr sz="1000" b="0" i="0" u="none" strike="noStrike" cap="none">
              <a:solidFill>
                <a:schemeClr val="dk1"/>
              </a:solidFill>
              <a:latin typeface="Calibri"/>
              <a:ea typeface="Calibri"/>
              <a:cs typeface="Calibri"/>
              <a:sym typeface="Calibri"/>
            </a:endParaRPr>
          </a:p>
        </p:txBody>
      </p:sp>
      <p:sp>
        <p:nvSpPr>
          <p:cNvPr id="1096" name="Google Shape;1096;p49"/>
          <p:cNvSpPr/>
          <p:nvPr/>
        </p:nvSpPr>
        <p:spPr>
          <a:xfrm>
            <a:off x="3246120" y="4283964"/>
            <a:ext cx="137160"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9"/>
          <p:cNvSpPr/>
          <p:nvPr/>
        </p:nvSpPr>
        <p:spPr>
          <a:xfrm>
            <a:off x="3383280" y="3931920"/>
            <a:ext cx="1325880" cy="777240"/>
          </a:xfrm>
          <a:prstGeom prst="rect">
            <a:avLst/>
          </a:prstGeom>
          <a:solidFill>
            <a:srgbClr val="0D1B2A"/>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9"/>
          <p:cNvSpPr/>
          <p:nvPr/>
        </p:nvSpPr>
        <p:spPr>
          <a:xfrm>
            <a:off x="3383280" y="3931920"/>
            <a:ext cx="1325880" cy="7772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CNN Feature</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Extraction</a:t>
            </a:r>
            <a:endParaRPr sz="1000" b="0" i="0" u="none" strike="noStrike" cap="none">
              <a:solidFill>
                <a:schemeClr val="dk1"/>
              </a:solidFill>
              <a:latin typeface="Calibri"/>
              <a:ea typeface="Calibri"/>
              <a:cs typeface="Calibri"/>
              <a:sym typeface="Calibri"/>
            </a:endParaRPr>
          </a:p>
        </p:txBody>
      </p:sp>
      <p:sp>
        <p:nvSpPr>
          <p:cNvPr id="1099" name="Google Shape;1099;p49"/>
          <p:cNvSpPr/>
          <p:nvPr/>
        </p:nvSpPr>
        <p:spPr>
          <a:xfrm>
            <a:off x="4709160" y="4283964"/>
            <a:ext cx="137160"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9"/>
          <p:cNvSpPr/>
          <p:nvPr/>
        </p:nvSpPr>
        <p:spPr>
          <a:xfrm>
            <a:off x="4846320" y="3931920"/>
            <a:ext cx="1325880" cy="777240"/>
          </a:xfrm>
          <a:prstGeom prst="rect">
            <a:avLst/>
          </a:prstGeom>
          <a:solidFill>
            <a:srgbClr val="0D1B2A"/>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9"/>
          <p:cNvSpPr/>
          <p:nvPr/>
        </p:nvSpPr>
        <p:spPr>
          <a:xfrm>
            <a:off x="4846320" y="3931920"/>
            <a:ext cx="1325880" cy="7772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dirty="0">
                <a:solidFill>
                  <a:srgbClr val="FFFFFF"/>
                </a:solidFill>
                <a:latin typeface="Calibri"/>
                <a:ea typeface="Calibri"/>
                <a:cs typeface="Calibri"/>
                <a:sym typeface="Calibri"/>
              </a:rPr>
              <a:t>Classification Layer</a:t>
            </a:r>
            <a:endParaRPr sz="1000" b="0" i="0" u="none" strike="noStrike" cap="none" dirty="0">
              <a:solidFill>
                <a:schemeClr val="dk1"/>
              </a:solidFill>
              <a:latin typeface="Calibri"/>
              <a:ea typeface="Calibri"/>
              <a:cs typeface="Calibri"/>
              <a:sym typeface="Calibri"/>
            </a:endParaRPr>
          </a:p>
        </p:txBody>
      </p:sp>
      <p:sp>
        <p:nvSpPr>
          <p:cNvPr id="1102" name="Google Shape;1102;p49"/>
          <p:cNvSpPr/>
          <p:nvPr/>
        </p:nvSpPr>
        <p:spPr>
          <a:xfrm>
            <a:off x="6172200" y="4283964"/>
            <a:ext cx="137160" cy="54864"/>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9"/>
          <p:cNvSpPr/>
          <p:nvPr/>
        </p:nvSpPr>
        <p:spPr>
          <a:xfrm>
            <a:off x="6309360" y="3931920"/>
            <a:ext cx="1325880" cy="777240"/>
          </a:xfrm>
          <a:prstGeom prst="rect">
            <a:avLst/>
          </a:prstGeom>
          <a:solidFill>
            <a:srgbClr val="0891B2"/>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9"/>
          <p:cNvSpPr/>
          <p:nvPr/>
        </p:nvSpPr>
        <p:spPr>
          <a:xfrm>
            <a:off x="6309360" y="3931920"/>
            <a:ext cx="1325880" cy="7772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Output</a:t>
            </a:r>
            <a:endParaRPr sz="10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000"/>
              <a:buFont typeface="Calibri"/>
              <a:buNone/>
            </a:pPr>
            <a:r>
              <a:rPr lang="en-GB" sz="1000" b="0" i="0" u="none" strike="noStrike" cap="none">
                <a:solidFill>
                  <a:srgbClr val="FFFFFF"/>
                </a:solidFill>
                <a:latin typeface="Calibri"/>
                <a:ea typeface="Calibri"/>
                <a:cs typeface="Calibri"/>
                <a:sym typeface="Calibri"/>
              </a:rPr>
              <a:t>Classification</a:t>
            </a:r>
            <a:endParaRPr sz="1000" b="0" i="0" u="none" strike="noStrike" cap="none">
              <a:solidFill>
                <a:schemeClr val="dk1"/>
              </a:solidFill>
              <a:latin typeface="Calibri"/>
              <a:ea typeface="Calibri"/>
              <a:cs typeface="Calibri"/>
              <a:sym typeface="Calibri"/>
            </a:endParaRPr>
          </a:p>
        </p:txBody>
      </p:sp>
      <p:sp>
        <p:nvSpPr>
          <p:cNvPr id="1105" name="Google Shape;1105;p49"/>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110"/>
        <p:cNvGrpSpPr/>
        <p:nvPr/>
      </p:nvGrpSpPr>
      <p:grpSpPr>
        <a:xfrm>
          <a:off x="0" y="0"/>
          <a:ext cx="0" cy="0"/>
          <a:chOff x="0" y="0"/>
          <a:chExt cx="0" cy="0"/>
        </a:xfrm>
      </p:grpSpPr>
      <p:sp>
        <p:nvSpPr>
          <p:cNvPr id="1111" name="Google Shape;1111;p50"/>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0"/>
          <p:cNvSpPr/>
          <p:nvPr/>
        </p:nvSpPr>
        <p:spPr>
          <a:xfrm>
            <a:off x="457200" y="182880"/>
            <a:ext cx="8229600" cy="50292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Key Results </a:t>
            </a:r>
            <a:endParaRPr sz="2600" b="0" i="0" u="none" strike="noStrike" cap="none">
              <a:solidFill>
                <a:schemeClr val="dk1"/>
              </a:solidFill>
              <a:latin typeface="Calibri"/>
              <a:ea typeface="Calibri"/>
              <a:cs typeface="Calibri"/>
              <a:sym typeface="Calibri"/>
            </a:endParaRPr>
          </a:p>
        </p:txBody>
      </p:sp>
      <p:sp>
        <p:nvSpPr>
          <p:cNvPr id="1113" name="Google Shape;1113;p50"/>
          <p:cNvSpPr/>
          <p:nvPr/>
        </p:nvSpPr>
        <p:spPr>
          <a:xfrm>
            <a:off x="457200" y="869997"/>
            <a:ext cx="2560200" cy="1371600"/>
          </a:xfrm>
          <a:prstGeom prst="rect">
            <a:avLst/>
          </a:prstGeom>
          <a:solidFill>
            <a:srgbClr val="0D1B2A"/>
          </a:solidFill>
          <a:ln>
            <a:noFill/>
          </a:ln>
          <a:effectLst>
            <a:outerShdw blurRad="101600" dist="38100" dir="8100000" algn="bl" rotWithShape="0">
              <a:srgbClr val="000000">
                <a:alpha val="18039"/>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50"/>
          <p:cNvSpPr/>
          <p:nvPr/>
        </p:nvSpPr>
        <p:spPr>
          <a:xfrm>
            <a:off x="457200" y="915717"/>
            <a:ext cx="2560200" cy="731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0891B2"/>
              </a:buClr>
              <a:buSzPts val="3600"/>
              <a:buFont typeface="Calibri"/>
              <a:buNone/>
            </a:pPr>
            <a:r>
              <a:rPr lang="en-GB" sz="3600" b="1" i="0" u="none" strike="noStrike" cap="none">
                <a:solidFill>
                  <a:srgbClr val="0891B2"/>
                </a:solidFill>
                <a:latin typeface="Calibri"/>
                <a:ea typeface="Calibri"/>
                <a:cs typeface="Calibri"/>
                <a:sym typeface="Calibri"/>
              </a:rPr>
              <a:t>~79%</a:t>
            </a:r>
            <a:endParaRPr sz="3600" b="0" i="0" u="none" strike="noStrike" cap="none">
              <a:solidFill>
                <a:schemeClr val="dk1"/>
              </a:solidFill>
              <a:latin typeface="Calibri"/>
              <a:ea typeface="Calibri"/>
              <a:cs typeface="Calibri"/>
              <a:sym typeface="Calibri"/>
            </a:endParaRPr>
          </a:p>
        </p:txBody>
      </p:sp>
      <p:sp>
        <p:nvSpPr>
          <p:cNvPr id="1115" name="Google Shape;1115;p50"/>
          <p:cNvSpPr/>
          <p:nvPr/>
        </p:nvSpPr>
        <p:spPr>
          <a:xfrm>
            <a:off x="457200" y="1647237"/>
            <a:ext cx="25602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2E8F0"/>
              </a:buClr>
              <a:buSzPts val="1200"/>
              <a:buFont typeface="Calibri"/>
              <a:buNone/>
            </a:pPr>
            <a:r>
              <a:rPr lang="en-GB" sz="1200" b="0" i="0" u="none" strike="noStrike" cap="none">
                <a:solidFill>
                  <a:srgbClr val="E2E8F0"/>
                </a:solidFill>
                <a:latin typeface="Calibri"/>
                <a:ea typeface="Calibri"/>
                <a:cs typeface="Calibri"/>
                <a:sym typeface="Calibri"/>
              </a:rPr>
              <a:t>Test Accuracy</a:t>
            </a:r>
            <a:endParaRPr sz="1200" b="0" i="0" u="none" strike="noStrike" cap="none">
              <a:solidFill>
                <a:schemeClr val="dk1"/>
              </a:solidFill>
              <a:latin typeface="Calibri"/>
              <a:ea typeface="Calibri"/>
              <a:cs typeface="Calibri"/>
              <a:sym typeface="Calibri"/>
            </a:endParaRPr>
          </a:p>
        </p:txBody>
      </p:sp>
      <p:sp>
        <p:nvSpPr>
          <p:cNvPr id="1116" name="Google Shape;1116;p50"/>
          <p:cNvSpPr/>
          <p:nvPr/>
        </p:nvSpPr>
        <p:spPr>
          <a:xfrm>
            <a:off x="3291840" y="869997"/>
            <a:ext cx="2560200" cy="1371600"/>
          </a:xfrm>
          <a:prstGeom prst="rect">
            <a:avLst/>
          </a:prstGeom>
          <a:solidFill>
            <a:srgbClr val="0D1B2A"/>
          </a:solidFill>
          <a:ln>
            <a:noFill/>
          </a:ln>
          <a:effectLst>
            <a:outerShdw blurRad="101600" dist="38100" dir="8100000" algn="bl" rotWithShape="0">
              <a:srgbClr val="000000">
                <a:alpha val="18039"/>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50"/>
          <p:cNvSpPr/>
          <p:nvPr/>
        </p:nvSpPr>
        <p:spPr>
          <a:xfrm>
            <a:off x="3291840" y="915717"/>
            <a:ext cx="2560200" cy="731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0B981"/>
              </a:buClr>
              <a:buSzPts val="3600"/>
              <a:buFont typeface="Calibri"/>
              <a:buNone/>
            </a:pPr>
            <a:r>
              <a:rPr lang="en-GB" sz="3600" b="1" i="0" u="none" strike="noStrike" cap="none">
                <a:solidFill>
                  <a:srgbClr val="10B981"/>
                </a:solidFill>
                <a:latin typeface="Calibri"/>
                <a:ea typeface="Calibri"/>
                <a:cs typeface="Calibri"/>
                <a:sym typeface="Calibri"/>
              </a:rPr>
              <a:t>1.00</a:t>
            </a:r>
            <a:endParaRPr sz="3600" b="0" i="0" u="none" strike="noStrike" cap="none">
              <a:solidFill>
                <a:schemeClr val="dk1"/>
              </a:solidFill>
              <a:latin typeface="Calibri"/>
              <a:ea typeface="Calibri"/>
              <a:cs typeface="Calibri"/>
              <a:sym typeface="Calibri"/>
            </a:endParaRPr>
          </a:p>
        </p:txBody>
      </p:sp>
      <p:sp>
        <p:nvSpPr>
          <p:cNvPr id="1118" name="Google Shape;1118;p50"/>
          <p:cNvSpPr/>
          <p:nvPr/>
        </p:nvSpPr>
        <p:spPr>
          <a:xfrm>
            <a:off x="3291840" y="1647237"/>
            <a:ext cx="25602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2E8F0"/>
              </a:buClr>
              <a:buSzPts val="1200"/>
              <a:buFont typeface="Calibri"/>
              <a:buNone/>
            </a:pPr>
            <a:r>
              <a:rPr lang="en-GB" sz="1200" b="0" i="0" u="none" strike="noStrike" cap="none">
                <a:solidFill>
                  <a:srgbClr val="E2E8F0"/>
                </a:solidFill>
                <a:latin typeface="Calibri"/>
                <a:ea typeface="Calibri"/>
                <a:cs typeface="Calibri"/>
                <a:sym typeface="Calibri"/>
              </a:rPr>
              <a:t>Defect Recall</a:t>
            </a:r>
            <a:endParaRPr sz="1200" b="0" i="0" u="none" strike="noStrike" cap="none">
              <a:solidFill>
                <a:schemeClr val="dk1"/>
              </a:solidFill>
              <a:latin typeface="Calibri"/>
              <a:ea typeface="Calibri"/>
              <a:cs typeface="Calibri"/>
              <a:sym typeface="Calibri"/>
            </a:endParaRPr>
          </a:p>
        </p:txBody>
      </p:sp>
      <p:sp>
        <p:nvSpPr>
          <p:cNvPr id="1119" name="Google Shape;1119;p50"/>
          <p:cNvSpPr/>
          <p:nvPr/>
        </p:nvSpPr>
        <p:spPr>
          <a:xfrm>
            <a:off x="6126480" y="869997"/>
            <a:ext cx="2560200" cy="1371600"/>
          </a:xfrm>
          <a:prstGeom prst="rect">
            <a:avLst/>
          </a:prstGeom>
          <a:solidFill>
            <a:srgbClr val="0D1B2A"/>
          </a:solidFill>
          <a:ln>
            <a:noFill/>
          </a:ln>
          <a:effectLst>
            <a:outerShdw blurRad="101600" dist="38100" dir="8100000" algn="bl" rotWithShape="0">
              <a:srgbClr val="000000">
                <a:alpha val="18039"/>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50"/>
          <p:cNvSpPr/>
          <p:nvPr/>
        </p:nvSpPr>
        <p:spPr>
          <a:xfrm>
            <a:off x="6126480" y="915717"/>
            <a:ext cx="2560200" cy="7314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59E0B"/>
              </a:buClr>
              <a:buSzPts val="3600"/>
              <a:buFont typeface="Calibri"/>
              <a:buNone/>
            </a:pPr>
            <a:r>
              <a:rPr lang="en-GB" sz="3600" b="1" i="0" u="none" strike="noStrike" cap="none">
                <a:solidFill>
                  <a:srgbClr val="F59E0B"/>
                </a:solidFill>
                <a:latin typeface="Calibri"/>
                <a:ea typeface="Calibri"/>
                <a:cs typeface="Calibri"/>
                <a:sym typeface="Calibri"/>
              </a:rPr>
              <a:t>100%</a:t>
            </a:r>
            <a:endParaRPr sz="3600" b="0" i="0" u="none" strike="noStrike" cap="none">
              <a:solidFill>
                <a:schemeClr val="dk1"/>
              </a:solidFill>
              <a:latin typeface="Calibri"/>
              <a:ea typeface="Calibri"/>
              <a:cs typeface="Calibri"/>
              <a:sym typeface="Calibri"/>
            </a:endParaRPr>
          </a:p>
        </p:txBody>
      </p:sp>
      <p:sp>
        <p:nvSpPr>
          <p:cNvPr id="1121" name="Google Shape;1121;p50"/>
          <p:cNvSpPr/>
          <p:nvPr/>
        </p:nvSpPr>
        <p:spPr>
          <a:xfrm>
            <a:off x="6126480" y="1647237"/>
            <a:ext cx="25602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2E8F0"/>
              </a:buClr>
              <a:buSzPts val="1200"/>
              <a:buFont typeface="Calibri"/>
              <a:buNone/>
            </a:pPr>
            <a:r>
              <a:rPr lang="en-GB" sz="1200" b="0" i="0" u="none" strike="noStrike" cap="none">
                <a:solidFill>
                  <a:srgbClr val="E2E8F0"/>
                </a:solidFill>
                <a:latin typeface="Calibri"/>
                <a:ea typeface="Calibri"/>
                <a:cs typeface="Calibri"/>
                <a:sym typeface="Calibri"/>
              </a:rPr>
              <a:t>Defect Detection</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E2E8F0"/>
              </a:buClr>
              <a:buSzPts val="1200"/>
              <a:buFont typeface="Calibri"/>
              <a:buNone/>
            </a:pPr>
            <a:r>
              <a:rPr lang="en-GB" sz="1200" b="0" i="0" u="none" strike="noStrike" cap="none">
                <a:solidFill>
                  <a:srgbClr val="E2E8F0"/>
                </a:solidFill>
                <a:latin typeface="Calibri"/>
                <a:ea typeface="Calibri"/>
                <a:cs typeface="Calibri"/>
                <a:sym typeface="Calibri"/>
              </a:rPr>
              <a:t>Rate</a:t>
            </a:r>
            <a:endParaRPr sz="1200" b="0" i="0" u="none" strike="noStrike" cap="none">
              <a:solidFill>
                <a:schemeClr val="dk1"/>
              </a:solidFill>
              <a:latin typeface="Calibri"/>
              <a:ea typeface="Calibri"/>
              <a:cs typeface="Calibri"/>
              <a:sym typeface="Calibri"/>
            </a:endParaRPr>
          </a:p>
        </p:txBody>
      </p:sp>
      <p:sp>
        <p:nvSpPr>
          <p:cNvPr id="1122" name="Google Shape;1122;p50"/>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23" name="Google Shape;1123;p50" title="Screenshot 2026-04-20 222015.png"/>
          <p:cNvPicPr preferRelativeResize="0"/>
          <p:nvPr/>
        </p:nvPicPr>
        <p:blipFill>
          <a:blip r:embed="rId3">
            <a:alphaModFix/>
          </a:blip>
          <a:stretch>
            <a:fillRect/>
          </a:stretch>
        </p:blipFill>
        <p:spPr>
          <a:xfrm>
            <a:off x="2466213" y="2393997"/>
            <a:ext cx="4211563" cy="250109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128"/>
        <p:cNvGrpSpPr/>
        <p:nvPr/>
      </p:nvGrpSpPr>
      <p:grpSpPr>
        <a:xfrm>
          <a:off x="0" y="0"/>
          <a:ext cx="0" cy="0"/>
          <a:chOff x="0" y="0"/>
          <a:chExt cx="0" cy="0"/>
        </a:xfrm>
      </p:grpSpPr>
      <p:sp>
        <p:nvSpPr>
          <p:cNvPr id="1129" name="Google Shape;1129;p51"/>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1"/>
          <p:cNvSpPr/>
          <p:nvPr/>
        </p:nvSpPr>
        <p:spPr>
          <a:xfrm>
            <a:off x="457200" y="182880"/>
            <a:ext cx="8229600" cy="50292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Deployed Application</a:t>
            </a:r>
            <a:endParaRPr sz="2600" b="0" i="0" u="none" strike="noStrike" cap="none">
              <a:solidFill>
                <a:schemeClr val="dk1"/>
              </a:solidFill>
              <a:latin typeface="Calibri"/>
              <a:ea typeface="Calibri"/>
              <a:cs typeface="Calibri"/>
              <a:sym typeface="Calibri"/>
            </a:endParaRPr>
          </a:p>
        </p:txBody>
      </p:sp>
      <p:sp>
        <p:nvSpPr>
          <p:cNvPr id="1131" name="Google Shape;1131;p51"/>
          <p:cNvSpPr/>
          <p:nvPr/>
        </p:nvSpPr>
        <p:spPr>
          <a:xfrm>
            <a:off x="365739" y="822950"/>
            <a:ext cx="8229600" cy="4114800"/>
          </a:xfrm>
          <a:prstGeom prst="rect">
            <a:avLst/>
          </a:prstGeom>
          <a:solidFill>
            <a:srgbClr val="0D1B2A"/>
          </a:solidFill>
          <a:ln>
            <a:noFill/>
          </a:ln>
          <a:effectLst>
            <a:outerShdw blurRad="101600" dist="38100" dir="8100000" algn="bl" rotWithShape="0">
              <a:srgbClr val="000000">
                <a:alpha val="1490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2" name="Google Shape;1132;p51" descr="preencoded.png"/>
          <p:cNvPicPr preferRelativeResize="0"/>
          <p:nvPr/>
        </p:nvPicPr>
        <p:blipFill rotWithShape="1">
          <a:blip r:embed="rId3">
            <a:alphaModFix/>
          </a:blip>
          <a:srcRect/>
          <a:stretch/>
        </p:blipFill>
        <p:spPr>
          <a:xfrm>
            <a:off x="1086249" y="960100"/>
            <a:ext cx="523500" cy="365775"/>
          </a:xfrm>
          <a:prstGeom prst="rect">
            <a:avLst/>
          </a:prstGeom>
          <a:noFill/>
          <a:ln>
            <a:noFill/>
          </a:ln>
        </p:spPr>
      </p:pic>
      <p:sp>
        <p:nvSpPr>
          <p:cNvPr id="1133" name="Google Shape;1133;p51"/>
          <p:cNvSpPr/>
          <p:nvPr/>
        </p:nvSpPr>
        <p:spPr>
          <a:xfrm>
            <a:off x="1801134" y="960110"/>
            <a:ext cx="65070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6B6D4"/>
              </a:buClr>
              <a:buSzPts val="1400"/>
              <a:buFont typeface="Calibri"/>
              <a:buNone/>
            </a:pPr>
            <a:r>
              <a:rPr lang="en-GB" sz="2600" b="1" i="0" u="none" strike="noStrike" cap="none">
                <a:solidFill>
                  <a:srgbClr val="06B6D4"/>
                </a:solidFill>
                <a:latin typeface="Calibri"/>
                <a:ea typeface="Calibri"/>
                <a:cs typeface="Calibri"/>
                <a:sym typeface="Calibri"/>
              </a:rPr>
              <a:t>Streamlit Web Application</a:t>
            </a:r>
            <a:endParaRPr sz="2600" b="0" i="0" u="none" strike="noStrike" cap="none">
              <a:solidFill>
                <a:schemeClr val="dk1"/>
              </a:solidFill>
              <a:latin typeface="Calibri"/>
              <a:ea typeface="Calibri"/>
              <a:cs typeface="Calibri"/>
              <a:sym typeface="Calibri"/>
            </a:endParaRPr>
          </a:p>
        </p:txBody>
      </p:sp>
      <p:sp>
        <p:nvSpPr>
          <p:cNvPr id="1134" name="Google Shape;1134;p51"/>
          <p:cNvSpPr/>
          <p:nvPr/>
        </p:nvSpPr>
        <p:spPr>
          <a:xfrm>
            <a:off x="652818" y="1417310"/>
            <a:ext cx="7655400" cy="3337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F59E0B"/>
              </a:buClr>
              <a:buSzPts val="1200"/>
              <a:buFont typeface="Calibri"/>
              <a:buNone/>
            </a:pPr>
            <a:r>
              <a:rPr lang="en-GB" sz="1900" b="1" i="0" u="none" strike="noStrike" cap="none">
                <a:solidFill>
                  <a:srgbClr val="F59E0B"/>
                </a:solidFill>
                <a:latin typeface="Calibri"/>
                <a:ea typeface="Calibri"/>
                <a:cs typeface="Calibri"/>
                <a:sym typeface="Calibri"/>
              </a:rPr>
              <a:t>Features:</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200"/>
              <a:buFont typeface="Calibri"/>
              <a:buNone/>
            </a:pP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Upload bottle images for instant inspection</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Real-time defect classification</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Normal vs Defective prediction output</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Confidence score display</a:t>
            </a:r>
            <a:endParaRPr sz="1900" b="0" i="0" u="none" strike="noStrike" cap="none">
              <a:solidFill>
                <a:schemeClr val="dk1"/>
              </a:solidFill>
              <a:latin typeface="Calibri"/>
              <a:ea typeface="Calibri"/>
              <a:cs typeface="Calibri"/>
              <a:sym typeface="Calibri"/>
            </a:endParaRPr>
          </a:p>
          <a:p>
            <a:pPr marL="342900" marR="0" lvl="0" indent="-387350" algn="l" rtl="0">
              <a:spcBef>
                <a:spcPts val="0"/>
              </a:spcBef>
              <a:spcAft>
                <a:spcPts val="0"/>
              </a:spcAft>
              <a:buClr>
                <a:srgbClr val="FFFFFF"/>
              </a:buClr>
              <a:buSzPts val="1900"/>
              <a:buFont typeface="Calibri"/>
              <a:buChar char="•"/>
            </a:pPr>
            <a:r>
              <a:rPr lang="en-GB" sz="1900" b="0" i="0" u="none" strike="noStrike" cap="none">
                <a:solidFill>
                  <a:srgbClr val="FFFFFF"/>
                </a:solidFill>
                <a:latin typeface="Calibri"/>
                <a:ea typeface="Calibri"/>
                <a:cs typeface="Calibri"/>
                <a:sym typeface="Calibri"/>
              </a:rPr>
              <a:t>Clean, user-friendly interface</a:t>
            </a: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200"/>
              <a:buFont typeface="Calibri"/>
              <a:buNone/>
            </a:pPr>
            <a:endParaRPr sz="19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06B6D4"/>
              </a:buClr>
              <a:buSzPts val="1100"/>
              <a:buFont typeface="Calibri"/>
              <a:buNone/>
            </a:pPr>
            <a:r>
              <a:rPr lang="en-GB" sz="1900" b="1" i="0" u="none" strike="noStrike" cap="none">
                <a:solidFill>
                  <a:srgbClr val="06B6D4"/>
                </a:solidFill>
                <a:latin typeface="Calibri"/>
                <a:ea typeface="Calibri"/>
                <a:cs typeface="Calibri"/>
                <a:sym typeface="Calibri"/>
              </a:rPr>
              <a:t>URL:</a:t>
            </a:r>
            <a:r>
              <a:rPr lang="en-GB" sz="1900" b="0" i="0" u="none" strike="noStrike" cap="none">
                <a:solidFill>
                  <a:srgbClr val="E2E8F0"/>
                </a:solidFill>
                <a:latin typeface="Calibri"/>
                <a:ea typeface="Calibri"/>
                <a:cs typeface="Calibri"/>
                <a:sym typeface="Calibri"/>
              </a:rPr>
              <a:t> </a:t>
            </a:r>
            <a:r>
              <a:rPr lang="en-GB" sz="1900" b="0" i="0" u="sng" strike="noStrike" cap="none">
                <a:solidFill>
                  <a:schemeClr val="hlink"/>
                </a:solidFill>
                <a:latin typeface="Calibri"/>
                <a:ea typeface="Calibri"/>
                <a:cs typeface="Calibri"/>
                <a:sym typeface="Calibri"/>
                <a:hlinkClick r:id="rId4"/>
              </a:rPr>
              <a:t>automated-visual-inspection-using-cnn.streamlit.app</a:t>
            </a:r>
            <a:endParaRPr sz="1900" b="0" i="0" u="none" strike="noStrike" cap="none">
              <a:solidFill>
                <a:schemeClr val="dk1"/>
              </a:solidFill>
              <a:latin typeface="Calibri"/>
              <a:ea typeface="Calibri"/>
              <a:cs typeface="Calibri"/>
              <a:sym typeface="Calibri"/>
            </a:endParaRPr>
          </a:p>
        </p:txBody>
      </p:sp>
      <p:sp>
        <p:nvSpPr>
          <p:cNvPr id="1135" name="Google Shape;1135;p51"/>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140"/>
        <p:cNvGrpSpPr/>
        <p:nvPr/>
      </p:nvGrpSpPr>
      <p:grpSpPr>
        <a:xfrm>
          <a:off x="0" y="0"/>
          <a:ext cx="0" cy="0"/>
          <a:chOff x="0" y="0"/>
          <a:chExt cx="0" cy="0"/>
        </a:xfrm>
      </p:grpSpPr>
      <p:sp>
        <p:nvSpPr>
          <p:cNvPr id="1141" name="Google Shape;1141;p52"/>
          <p:cNvSpPr/>
          <p:nvPr/>
        </p:nvSpPr>
        <p:spPr>
          <a:xfrm>
            <a:off x="0" y="0"/>
            <a:ext cx="9144000" cy="732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2"/>
          <p:cNvSpPr/>
          <p:nvPr/>
        </p:nvSpPr>
        <p:spPr>
          <a:xfrm>
            <a:off x="457200" y="182880"/>
            <a:ext cx="8229600" cy="502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i="0" u="none" strike="noStrike" cap="none">
                <a:solidFill>
                  <a:srgbClr val="0D1B2A"/>
                </a:solidFill>
                <a:latin typeface="Calibri"/>
                <a:ea typeface="Calibri"/>
                <a:cs typeface="Calibri"/>
                <a:sym typeface="Calibri"/>
              </a:rPr>
              <a:t>Deployed Application</a:t>
            </a:r>
            <a:endParaRPr sz="2600" b="0" i="0" u="none" strike="noStrike" cap="none">
              <a:solidFill>
                <a:schemeClr val="dk1"/>
              </a:solidFill>
              <a:latin typeface="Calibri"/>
              <a:ea typeface="Calibri"/>
              <a:cs typeface="Calibri"/>
              <a:sym typeface="Calibri"/>
            </a:endParaRPr>
          </a:p>
        </p:txBody>
      </p:sp>
      <p:pic>
        <p:nvPicPr>
          <p:cNvPr id="1143" name="Google Shape;1143;p52" title="Screenshot 2026-04-20 222407.png"/>
          <p:cNvPicPr preferRelativeResize="0"/>
          <p:nvPr/>
        </p:nvPicPr>
        <p:blipFill>
          <a:blip r:embed="rId3">
            <a:alphaModFix/>
          </a:blip>
          <a:stretch>
            <a:fillRect/>
          </a:stretch>
        </p:blipFill>
        <p:spPr>
          <a:xfrm>
            <a:off x="152400" y="838080"/>
            <a:ext cx="8839204" cy="396490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1148"/>
        <p:cNvGrpSpPr/>
        <p:nvPr/>
      </p:nvGrpSpPr>
      <p:grpSpPr>
        <a:xfrm>
          <a:off x="0" y="0"/>
          <a:ext cx="0" cy="0"/>
          <a:chOff x="0" y="0"/>
          <a:chExt cx="0" cy="0"/>
        </a:xfrm>
      </p:grpSpPr>
      <p:sp>
        <p:nvSpPr>
          <p:cNvPr id="1149" name="Google Shape;1149;p53"/>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3"/>
          <p:cNvSpPr/>
          <p:nvPr/>
        </p:nvSpPr>
        <p:spPr>
          <a:xfrm>
            <a:off x="457200" y="182880"/>
            <a:ext cx="8229600" cy="50292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2400"/>
              <a:buFont typeface="Calibri"/>
              <a:buNone/>
            </a:pPr>
            <a:r>
              <a:rPr lang="en-GB" sz="2400" b="1" i="0" u="none" strike="noStrike" cap="none">
                <a:solidFill>
                  <a:srgbClr val="FFFFFF"/>
                </a:solidFill>
                <a:latin typeface="Calibri"/>
                <a:ea typeface="Calibri"/>
                <a:cs typeface="Calibri"/>
                <a:sym typeface="Calibri"/>
              </a:rPr>
              <a:t>Conclusions, Limitations &amp; Future Work</a:t>
            </a:r>
            <a:endParaRPr sz="2400" b="0" i="0" u="none" strike="noStrike" cap="none">
              <a:solidFill>
                <a:schemeClr val="dk1"/>
              </a:solidFill>
              <a:latin typeface="Calibri"/>
              <a:ea typeface="Calibri"/>
              <a:cs typeface="Calibri"/>
              <a:sym typeface="Calibri"/>
            </a:endParaRPr>
          </a:p>
        </p:txBody>
      </p:sp>
      <p:sp>
        <p:nvSpPr>
          <p:cNvPr id="1151" name="Google Shape;1151;p53"/>
          <p:cNvSpPr/>
          <p:nvPr/>
        </p:nvSpPr>
        <p:spPr>
          <a:xfrm>
            <a:off x="320040" y="822960"/>
            <a:ext cx="2743200" cy="4069080"/>
          </a:xfrm>
          <a:prstGeom prst="rect">
            <a:avLst/>
          </a:prstGeom>
          <a:solidFill>
            <a:srgbClr val="1E3A5F"/>
          </a:solidFill>
          <a:ln>
            <a:noFill/>
          </a:ln>
          <a:effectLst>
            <a:outerShdw blurRad="101600" dist="38100" dir="8100000" algn="bl" rotWithShape="0">
              <a:srgbClr val="000000">
                <a:alpha val="2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3"/>
          <p:cNvSpPr/>
          <p:nvPr/>
        </p:nvSpPr>
        <p:spPr>
          <a:xfrm>
            <a:off x="320040" y="822960"/>
            <a:ext cx="2743200" cy="73152"/>
          </a:xfrm>
          <a:prstGeom prst="rect">
            <a:avLst/>
          </a:prstGeom>
          <a:solidFill>
            <a:srgbClr val="10B981"/>
          </a:solidFill>
          <a:ln w="12700" cap="flat" cmpd="sng">
            <a:solidFill>
              <a:srgbClr val="10B98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53" name="Google Shape;1153;p53" descr="preencoded.png"/>
          <p:cNvPicPr preferRelativeResize="0"/>
          <p:nvPr/>
        </p:nvPicPr>
        <p:blipFill rotWithShape="1">
          <a:blip r:embed="rId3">
            <a:alphaModFix/>
          </a:blip>
          <a:srcRect/>
          <a:stretch/>
        </p:blipFill>
        <p:spPr>
          <a:xfrm>
            <a:off x="457200" y="1005840"/>
            <a:ext cx="347472" cy="347472"/>
          </a:xfrm>
          <a:prstGeom prst="rect">
            <a:avLst/>
          </a:prstGeom>
          <a:noFill/>
          <a:ln>
            <a:noFill/>
          </a:ln>
        </p:spPr>
      </p:pic>
      <p:sp>
        <p:nvSpPr>
          <p:cNvPr id="1154" name="Google Shape;1154;p53"/>
          <p:cNvSpPr/>
          <p:nvPr/>
        </p:nvSpPr>
        <p:spPr>
          <a:xfrm>
            <a:off x="868680" y="1005840"/>
            <a:ext cx="205740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0B981"/>
              </a:buClr>
              <a:buSzPts val="1400"/>
              <a:buFont typeface="Calibri"/>
              <a:buNone/>
            </a:pPr>
            <a:r>
              <a:rPr lang="en-GB" sz="1400" b="1" i="0" u="none" strike="noStrike" cap="none">
                <a:solidFill>
                  <a:srgbClr val="10B981"/>
                </a:solidFill>
                <a:latin typeface="Calibri"/>
                <a:ea typeface="Calibri"/>
                <a:cs typeface="Calibri"/>
                <a:sym typeface="Calibri"/>
              </a:rPr>
              <a:t>Conclusions</a:t>
            </a:r>
            <a:endParaRPr sz="1400" b="0" i="0" u="none" strike="noStrike" cap="none">
              <a:solidFill>
                <a:schemeClr val="dk1"/>
              </a:solidFill>
              <a:latin typeface="Calibri"/>
              <a:ea typeface="Calibri"/>
              <a:cs typeface="Calibri"/>
              <a:sym typeface="Calibri"/>
            </a:endParaRPr>
          </a:p>
        </p:txBody>
      </p:sp>
      <p:sp>
        <p:nvSpPr>
          <p:cNvPr id="1155" name="Google Shape;1155;p53"/>
          <p:cNvSpPr/>
          <p:nvPr/>
        </p:nvSpPr>
        <p:spPr>
          <a:xfrm>
            <a:off x="457200" y="1463040"/>
            <a:ext cx="2514600" cy="3291840"/>
          </a:xfrm>
          <a:prstGeom prst="rect">
            <a:avLst/>
          </a:prstGeom>
          <a:noFill/>
          <a:ln>
            <a:noFill/>
          </a:ln>
        </p:spPr>
        <p:txBody>
          <a:bodyPr spcFirstLastPara="1" wrap="square" lIns="91425" tIns="45700" rIns="91425" bIns="45700" anchor="t" anchorCtr="0">
            <a:noAutofit/>
          </a:bodyPr>
          <a:lstStyle/>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Achieved ~79% test accuracy</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Recall of 1.00 — zero missed defects</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CNN effectively automates visual inspection</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System is deployable on Streamlit for real use</a:t>
            </a:r>
            <a:endParaRPr sz="1600" b="0" i="0" u="none" strike="noStrike" cap="none">
              <a:solidFill>
                <a:schemeClr val="dk1"/>
              </a:solidFill>
              <a:latin typeface="Calibri"/>
              <a:ea typeface="Calibri"/>
              <a:cs typeface="Calibri"/>
              <a:sym typeface="Calibri"/>
            </a:endParaRPr>
          </a:p>
        </p:txBody>
      </p:sp>
      <p:sp>
        <p:nvSpPr>
          <p:cNvPr id="1156" name="Google Shape;1156;p53"/>
          <p:cNvSpPr/>
          <p:nvPr/>
        </p:nvSpPr>
        <p:spPr>
          <a:xfrm>
            <a:off x="3246120" y="822960"/>
            <a:ext cx="2743200" cy="4069080"/>
          </a:xfrm>
          <a:prstGeom prst="rect">
            <a:avLst/>
          </a:prstGeom>
          <a:solidFill>
            <a:srgbClr val="1E3A5F"/>
          </a:solidFill>
          <a:ln>
            <a:noFill/>
          </a:ln>
          <a:effectLst>
            <a:outerShdw blurRad="101600" dist="38100" dir="8100000" algn="bl" rotWithShape="0">
              <a:srgbClr val="000000">
                <a:alpha val="2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3"/>
          <p:cNvSpPr/>
          <p:nvPr/>
        </p:nvSpPr>
        <p:spPr>
          <a:xfrm>
            <a:off x="3246120" y="822960"/>
            <a:ext cx="2743200" cy="73152"/>
          </a:xfrm>
          <a:prstGeom prst="rect">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58" name="Google Shape;1158;p53" descr="preencoded.png"/>
          <p:cNvPicPr preferRelativeResize="0"/>
          <p:nvPr/>
        </p:nvPicPr>
        <p:blipFill rotWithShape="1">
          <a:blip r:embed="rId4">
            <a:alphaModFix/>
          </a:blip>
          <a:srcRect/>
          <a:stretch/>
        </p:blipFill>
        <p:spPr>
          <a:xfrm>
            <a:off x="3383280" y="1005840"/>
            <a:ext cx="347472" cy="347472"/>
          </a:xfrm>
          <a:prstGeom prst="rect">
            <a:avLst/>
          </a:prstGeom>
          <a:noFill/>
          <a:ln>
            <a:noFill/>
          </a:ln>
        </p:spPr>
      </p:pic>
      <p:sp>
        <p:nvSpPr>
          <p:cNvPr id="1159" name="Google Shape;1159;p53"/>
          <p:cNvSpPr/>
          <p:nvPr/>
        </p:nvSpPr>
        <p:spPr>
          <a:xfrm>
            <a:off x="3794760" y="1005840"/>
            <a:ext cx="205740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59E0B"/>
              </a:buClr>
              <a:buSzPts val="1400"/>
              <a:buFont typeface="Calibri"/>
              <a:buNone/>
            </a:pPr>
            <a:r>
              <a:rPr lang="en-GB" sz="1400" b="1" i="0" u="none" strike="noStrike" cap="none">
                <a:solidFill>
                  <a:srgbClr val="F59E0B"/>
                </a:solidFill>
                <a:latin typeface="Calibri"/>
                <a:ea typeface="Calibri"/>
                <a:cs typeface="Calibri"/>
                <a:sym typeface="Calibri"/>
              </a:rPr>
              <a:t>Limitations</a:t>
            </a:r>
            <a:endParaRPr sz="1400" b="0" i="0" u="none" strike="noStrike" cap="none">
              <a:solidFill>
                <a:schemeClr val="dk1"/>
              </a:solidFill>
              <a:latin typeface="Calibri"/>
              <a:ea typeface="Calibri"/>
              <a:cs typeface="Calibri"/>
              <a:sym typeface="Calibri"/>
            </a:endParaRPr>
          </a:p>
        </p:txBody>
      </p:sp>
      <p:sp>
        <p:nvSpPr>
          <p:cNvPr id="1160" name="Google Shape;1160;p53"/>
          <p:cNvSpPr/>
          <p:nvPr/>
        </p:nvSpPr>
        <p:spPr>
          <a:xfrm>
            <a:off x="3383280" y="1463040"/>
            <a:ext cx="2514600" cy="3291840"/>
          </a:xfrm>
          <a:prstGeom prst="rect">
            <a:avLst/>
          </a:prstGeom>
          <a:noFill/>
          <a:ln>
            <a:noFill/>
          </a:ln>
        </p:spPr>
        <p:txBody>
          <a:bodyPr spcFirstLastPara="1" wrap="square" lIns="91425" tIns="45700" rIns="91425" bIns="45700" anchor="t" anchorCtr="0">
            <a:noAutofit/>
          </a:bodyPr>
          <a:lstStyle/>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Bias towards defect detection (class imbalance)</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Limited dataset reduces generalization</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a:solidFill>
                  <a:srgbClr val="E2E8F0"/>
                </a:solidFill>
                <a:latin typeface="Calibri"/>
                <a:ea typeface="Calibri"/>
                <a:cs typeface="Calibri"/>
                <a:sym typeface="Calibri"/>
              </a:rPr>
              <a:t>S</a:t>
            </a:r>
            <a:r>
              <a:rPr lang="en-GB" sz="1600" b="0" i="0" u="none" strike="noStrike" cap="none">
                <a:solidFill>
                  <a:srgbClr val="E2E8F0"/>
                </a:solidFill>
                <a:latin typeface="Calibri"/>
                <a:ea typeface="Calibri"/>
                <a:cs typeface="Calibri"/>
                <a:sym typeface="Calibri"/>
              </a:rPr>
              <a:t>truggle with complex/unseen defect types</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Some normal images misclassified as defective</a:t>
            </a:r>
            <a:endParaRPr sz="1600" b="0" i="0" u="none" strike="noStrike" cap="none">
              <a:solidFill>
                <a:schemeClr val="dk1"/>
              </a:solidFill>
              <a:latin typeface="Calibri"/>
              <a:ea typeface="Calibri"/>
              <a:cs typeface="Calibri"/>
              <a:sym typeface="Calibri"/>
            </a:endParaRPr>
          </a:p>
        </p:txBody>
      </p:sp>
      <p:sp>
        <p:nvSpPr>
          <p:cNvPr id="1161" name="Google Shape;1161;p53"/>
          <p:cNvSpPr/>
          <p:nvPr/>
        </p:nvSpPr>
        <p:spPr>
          <a:xfrm>
            <a:off x="6172200" y="822960"/>
            <a:ext cx="2743200" cy="4069080"/>
          </a:xfrm>
          <a:prstGeom prst="rect">
            <a:avLst/>
          </a:prstGeom>
          <a:solidFill>
            <a:srgbClr val="1E3A5F"/>
          </a:solidFill>
          <a:ln>
            <a:noFill/>
          </a:ln>
          <a:effectLst>
            <a:outerShdw blurRad="101600" dist="38100" dir="8100000" algn="bl" rotWithShape="0">
              <a:srgbClr val="000000">
                <a:alpha val="2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3"/>
          <p:cNvSpPr/>
          <p:nvPr/>
        </p:nvSpPr>
        <p:spPr>
          <a:xfrm>
            <a:off x="6172200" y="822960"/>
            <a:ext cx="2743200" cy="73152"/>
          </a:xfrm>
          <a:prstGeom prst="rect">
            <a:avLst/>
          </a:prstGeom>
          <a:solidFill>
            <a:srgbClr val="06B6D4"/>
          </a:solidFill>
          <a:ln w="12700" cap="flat" cmpd="sng">
            <a:solidFill>
              <a:srgbClr val="06B6D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63" name="Google Shape;1163;p53" descr="preencoded.png"/>
          <p:cNvPicPr preferRelativeResize="0"/>
          <p:nvPr/>
        </p:nvPicPr>
        <p:blipFill rotWithShape="1">
          <a:blip r:embed="rId5">
            <a:alphaModFix/>
          </a:blip>
          <a:srcRect/>
          <a:stretch/>
        </p:blipFill>
        <p:spPr>
          <a:xfrm>
            <a:off x="6309360" y="1005840"/>
            <a:ext cx="347472" cy="347472"/>
          </a:xfrm>
          <a:prstGeom prst="rect">
            <a:avLst/>
          </a:prstGeom>
          <a:noFill/>
          <a:ln>
            <a:noFill/>
          </a:ln>
        </p:spPr>
      </p:pic>
      <p:sp>
        <p:nvSpPr>
          <p:cNvPr id="1164" name="Google Shape;1164;p53"/>
          <p:cNvSpPr/>
          <p:nvPr/>
        </p:nvSpPr>
        <p:spPr>
          <a:xfrm>
            <a:off x="6720840" y="1005840"/>
            <a:ext cx="205740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6B6D4"/>
              </a:buClr>
              <a:buSzPts val="1400"/>
              <a:buFont typeface="Calibri"/>
              <a:buNone/>
            </a:pPr>
            <a:r>
              <a:rPr lang="en-GB" sz="1400" b="1" i="0" u="none" strike="noStrike" cap="none">
                <a:solidFill>
                  <a:srgbClr val="06B6D4"/>
                </a:solidFill>
                <a:latin typeface="Calibri"/>
                <a:ea typeface="Calibri"/>
                <a:cs typeface="Calibri"/>
                <a:sym typeface="Calibri"/>
              </a:rPr>
              <a:t>Future Work</a:t>
            </a:r>
            <a:endParaRPr sz="1400" b="0" i="0" u="none" strike="noStrike" cap="none">
              <a:solidFill>
                <a:schemeClr val="dk1"/>
              </a:solidFill>
              <a:latin typeface="Calibri"/>
              <a:ea typeface="Calibri"/>
              <a:cs typeface="Calibri"/>
              <a:sym typeface="Calibri"/>
            </a:endParaRPr>
          </a:p>
        </p:txBody>
      </p:sp>
      <p:sp>
        <p:nvSpPr>
          <p:cNvPr id="1165" name="Google Shape;1165;p53"/>
          <p:cNvSpPr/>
          <p:nvPr/>
        </p:nvSpPr>
        <p:spPr>
          <a:xfrm>
            <a:off x="6309360" y="1463040"/>
            <a:ext cx="2514600" cy="3291840"/>
          </a:xfrm>
          <a:prstGeom prst="rect">
            <a:avLst/>
          </a:prstGeom>
          <a:noFill/>
          <a:ln>
            <a:noFill/>
          </a:ln>
        </p:spPr>
        <p:txBody>
          <a:bodyPr spcFirstLastPara="1" wrap="square" lIns="91425" tIns="45700" rIns="91425" bIns="45700" anchor="t" anchorCtr="0">
            <a:noAutofit/>
          </a:bodyPr>
          <a:lstStyle/>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Increase dataset size &amp; diversity</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Real-time defect detection in production</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Extend to multi-class defect classification</a:t>
            </a:r>
            <a:endParaRPr sz="1600" b="0" i="0" u="none" strike="noStrike" cap="none">
              <a:solidFill>
                <a:schemeClr val="dk1"/>
              </a:solidFill>
              <a:latin typeface="Calibri"/>
              <a:ea typeface="Calibri"/>
              <a:cs typeface="Calibri"/>
              <a:sym typeface="Calibri"/>
            </a:endParaRPr>
          </a:p>
          <a:p>
            <a:pPr marL="342900" marR="0" lvl="0" indent="-374650" algn="l" rtl="0">
              <a:spcBef>
                <a:spcPts val="0"/>
              </a:spcBef>
              <a:spcAft>
                <a:spcPts val="0"/>
              </a:spcAft>
              <a:buClr>
                <a:srgbClr val="E2E8F0"/>
              </a:buClr>
              <a:buSzPts val="1600"/>
              <a:buFont typeface="Calibri"/>
              <a:buChar char="•"/>
            </a:pPr>
            <a:r>
              <a:rPr lang="en-GB" sz="1600" b="0" i="0" u="none" strike="noStrike" cap="none">
                <a:solidFill>
                  <a:srgbClr val="E2E8F0"/>
                </a:solidFill>
                <a:latin typeface="Calibri"/>
                <a:ea typeface="Calibri"/>
                <a:cs typeface="Calibri"/>
                <a:sym typeface="Calibri"/>
              </a:rPr>
              <a:t>Explore advanced architectures</a:t>
            </a:r>
            <a:endParaRPr sz="1600" b="0" i="0" u="none" strike="noStrike" cap="none">
              <a:solidFill>
                <a:schemeClr val="dk1"/>
              </a:solidFill>
              <a:latin typeface="Calibri"/>
              <a:ea typeface="Calibri"/>
              <a:cs typeface="Calibri"/>
              <a:sym typeface="Calibri"/>
            </a:endParaRPr>
          </a:p>
        </p:txBody>
      </p:sp>
      <p:sp>
        <p:nvSpPr>
          <p:cNvPr id="1166" name="Google Shape;1166;p53"/>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171"/>
        <p:cNvGrpSpPr/>
        <p:nvPr/>
      </p:nvGrpSpPr>
      <p:grpSpPr>
        <a:xfrm>
          <a:off x="0" y="0"/>
          <a:ext cx="0" cy="0"/>
          <a:chOff x="0" y="0"/>
          <a:chExt cx="0" cy="0"/>
        </a:xfrm>
      </p:grpSpPr>
      <p:sp>
        <p:nvSpPr>
          <p:cNvPr id="1172" name="Google Shape;1172;p54"/>
          <p:cNvSpPr/>
          <p:nvPr/>
        </p:nvSpPr>
        <p:spPr>
          <a:xfrm>
            <a:off x="0" y="0"/>
            <a:ext cx="9144000" cy="732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4"/>
          <p:cNvSpPr/>
          <p:nvPr/>
        </p:nvSpPr>
        <p:spPr>
          <a:xfrm>
            <a:off x="457200" y="182880"/>
            <a:ext cx="8229600" cy="502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D1B2A"/>
              </a:buClr>
              <a:buSzPts val="2600"/>
              <a:buFont typeface="Calibri"/>
              <a:buNone/>
            </a:pPr>
            <a:r>
              <a:rPr lang="en-GB" sz="2600" b="1">
                <a:solidFill>
                  <a:srgbClr val="0D1B2A"/>
                </a:solidFill>
                <a:latin typeface="Calibri"/>
                <a:ea typeface="Calibri"/>
                <a:cs typeface="Calibri"/>
                <a:sym typeface="Calibri"/>
              </a:rPr>
              <a:t>Github Insights</a:t>
            </a:r>
            <a:endParaRPr sz="2600" b="0" i="0" u="none" strike="noStrike" cap="none">
              <a:solidFill>
                <a:schemeClr val="dk1"/>
              </a:solidFill>
              <a:latin typeface="Calibri"/>
              <a:ea typeface="Calibri"/>
              <a:cs typeface="Calibri"/>
              <a:sym typeface="Calibri"/>
            </a:endParaRPr>
          </a:p>
        </p:txBody>
      </p:sp>
      <p:sp>
        <p:nvSpPr>
          <p:cNvPr id="1174" name="Google Shape;1174;p54"/>
          <p:cNvSpPr/>
          <p:nvPr/>
        </p:nvSpPr>
        <p:spPr>
          <a:xfrm>
            <a:off x="0" y="5047488"/>
            <a:ext cx="9144000" cy="915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75" name="Google Shape;1175;p54" title="Screenshot 2026-04-20 191312.png"/>
          <p:cNvPicPr preferRelativeResize="0"/>
          <p:nvPr/>
        </p:nvPicPr>
        <p:blipFill>
          <a:blip r:embed="rId3">
            <a:alphaModFix/>
          </a:blip>
          <a:stretch>
            <a:fillRect/>
          </a:stretch>
        </p:blipFill>
        <p:spPr>
          <a:xfrm>
            <a:off x="457200" y="685675"/>
            <a:ext cx="8399876" cy="43128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1180"/>
        <p:cNvGrpSpPr/>
        <p:nvPr/>
      </p:nvGrpSpPr>
      <p:grpSpPr>
        <a:xfrm>
          <a:off x="0" y="0"/>
          <a:ext cx="0" cy="0"/>
          <a:chOff x="0" y="0"/>
          <a:chExt cx="0" cy="0"/>
        </a:xfrm>
      </p:grpSpPr>
      <p:sp>
        <p:nvSpPr>
          <p:cNvPr id="1181" name="Google Shape;1181;p55"/>
          <p:cNvSpPr/>
          <p:nvPr/>
        </p:nvSpPr>
        <p:spPr>
          <a:xfrm>
            <a:off x="0" y="0"/>
            <a:ext cx="9144000" cy="73152"/>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55"/>
          <p:cNvSpPr/>
          <p:nvPr/>
        </p:nvSpPr>
        <p:spPr>
          <a:xfrm>
            <a:off x="457200" y="1725706"/>
            <a:ext cx="8229600" cy="685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400"/>
              <a:buFont typeface="Calibri"/>
              <a:buNone/>
            </a:pPr>
            <a:r>
              <a:rPr lang="en-GB" sz="4400" b="1" i="0" u="none" strike="noStrike" cap="none">
                <a:solidFill>
                  <a:srgbClr val="FFFFFF"/>
                </a:solidFill>
                <a:latin typeface="Calibri"/>
                <a:ea typeface="Calibri"/>
                <a:cs typeface="Calibri"/>
                <a:sym typeface="Calibri"/>
              </a:rPr>
              <a:t>Thank You!</a:t>
            </a:r>
            <a:endParaRPr sz="4400" b="0" i="0" u="none" strike="noStrike" cap="none">
              <a:solidFill>
                <a:schemeClr val="dk1"/>
              </a:solidFill>
              <a:latin typeface="Calibri"/>
              <a:ea typeface="Calibri"/>
              <a:cs typeface="Calibri"/>
              <a:sym typeface="Calibri"/>
            </a:endParaRPr>
          </a:p>
        </p:txBody>
      </p:sp>
      <p:sp>
        <p:nvSpPr>
          <p:cNvPr id="1183" name="Google Shape;1183;p55"/>
          <p:cNvSpPr/>
          <p:nvPr/>
        </p:nvSpPr>
        <p:spPr>
          <a:xfrm>
            <a:off x="2743200" y="2546537"/>
            <a:ext cx="3657600" cy="3660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5"/>
          <p:cNvSpPr/>
          <p:nvPr/>
        </p:nvSpPr>
        <p:spPr>
          <a:xfrm>
            <a:off x="457200" y="2729417"/>
            <a:ext cx="8229600" cy="274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64748B"/>
              </a:buClr>
              <a:buSzPts val="1300"/>
              <a:buFont typeface="Calibri"/>
              <a:buNone/>
            </a:pPr>
            <a:r>
              <a:rPr lang="en-GB" sz="1300" b="0" i="0" u="none" strike="noStrike" cap="none">
                <a:solidFill>
                  <a:srgbClr val="64748B"/>
                </a:solidFill>
                <a:latin typeface="Calibri"/>
                <a:ea typeface="Calibri"/>
                <a:cs typeface="Calibri"/>
                <a:sym typeface="Calibri"/>
              </a:rPr>
              <a:t>GitHub Repository</a:t>
            </a:r>
            <a:endParaRPr sz="1300" b="0" i="0" u="none" strike="noStrike" cap="none">
              <a:solidFill>
                <a:schemeClr val="dk1"/>
              </a:solidFill>
              <a:latin typeface="Calibri"/>
              <a:ea typeface="Calibri"/>
              <a:cs typeface="Calibri"/>
              <a:sym typeface="Calibri"/>
            </a:endParaRPr>
          </a:p>
        </p:txBody>
      </p:sp>
      <p:sp>
        <p:nvSpPr>
          <p:cNvPr id="1185" name="Google Shape;1185;p55"/>
          <p:cNvSpPr/>
          <p:nvPr/>
        </p:nvSpPr>
        <p:spPr>
          <a:xfrm>
            <a:off x="457200" y="3003737"/>
            <a:ext cx="8229600" cy="274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06B6D4"/>
              </a:buClr>
              <a:buSzPts val="1300"/>
              <a:buFont typeface="Calibri"/>
              <a:buNone/>
            </a:pPr>
            <a:r>
              <a:rPr lang="en-GB" sz="1300" b="0" i="0" u="sng" strike="noStrike" cap="none">
                <a:solidFill>
                  <a:schemeClr val="hlink"/>
                </a:solidFill>
                <a:latin typeface="Calibri"/>
                <a:ea typeface="Calibri"/>
                <a:cs typeface="Calibri"/>
                <a:sym typeface="Calibri"/>
                <a:hlinkClick r:id="rId3"/>
              </a:rPr>
              <a:t>github.com/Aryaremani/Automated-Visual-Inspection-using-CNN</a:t>
            </a:r>
            <a:endParaRPr sz="1300" b="0" i="0" u="none" strike="noStrike" cap="none">
              <a:solidFill>
                <a:schemeClr val="dk1"/>
              </a:solidFill>
              <a:latin typeface="Calibri"/>
              <a:ea typeface="Calibri"/>
              <a:cs typeface="Calibri"/>
              <a:sym typeface="Calibri"/>
            </a:endParaRPr>
          </a:p>
        </p:txBody>
      </p:sp>
      <p:sp>
        <p:nvSpPr>
          <p:cNvPr id="1186" name="Google Shape;1186;p55"/>
          <p:cNvSpPr/>
          <p:nvPr/>
        </p:nvSpPr>
        <p:spPr>
          <a:xfrm>
            <a:off x="457200" y="3415217"/>
            <a:ext cx="8229600" cy="274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2E8F0"/>
              </a:buClr>
              <a:buSzPts val="1200"/>
              <a:buFont typeface="Calibri"/>
              <a:buNone/>
            </a:pPr>
            <a:r>
              <a:rPr lang="en-GB" sz="1200" b="0" i="0" u="none" strike="noStrike" cap="none">
                <a:solidFill>
                  <a:srgbClr val="E2E8F0"/>
                </a:solidFill>
                <a:latin typeface="Calibri"/>
                <a:ea typeface="Calibri"/>
                <a:cs typeface="Calibri"/>
                <a:sym typeface="Calibri"/>
              </a:rPr>
              <a:t>Abhi P Vijay  ·  Anamika A  ·  Arya R</a:t>
            </a:r>
            <a:endParaRPr sz="1200" b="0" i="0" u="none" strike="noStrike" cap="none">
              <a:solidFill>
                <a:schemeClr val="dk1"/>
              </a:solidFill>
              <a:latin typeface="Calibri"/>
              <a:ea typeface="Calibri"/>
              <a:cs typeface="Calibri"/>
              <a:sym typeface="Calibri"/>
            </a:endParaRPr>
          </a:p>
        </p:txBody>
      </p:sp>
      <p:sp>
        <p:nvSpPr>
          <p:cNvPr id="1187" name="Google Shape;1187;p55"/>
          <p:cNvSpPr/>
          <p:nvPr/>
        </p:nvSpPr>
        <p:spPr>
          <a:xfrm>
            <a:off x="0" y="5047488"/>
            <a:ext cx="9144000" cy="91440"/>
          </a:xfrm>
          <a:prstGeom prst="rect">
            <a:avLst/>
          </a:prstGeom>
          <a:solidFill>
            <a:srgbClr val="0891B2"/>
          </a:solidFill>
          <a:ln w="12700" cap="flat" cmpd="sng">
            <a:solidFill>
              <a:srgbClr val="0891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PAPER AGENDA">
  <a:themeElements>
    <a:clrScheme name="Simple Light">
      <a:dk1>
        <a:srgbClr val="E9E4DB"/>
      </a:dk1>
      <a:lt1>
        <a:srgbClr val="131313"/>
      </a:lt1>
      <a:dk2>
        <a:srgbClr val="E96A64"/>
      </a:dk2>
      <a:lt2>
        <a:srgbClr val="299F9C"/>
      </a:lt2>
      <a:accent1>
        <a:srgbClr val="C0534D"/>
      </a:accent1>
      <a:accent2>
        <a:srgbClr val="207D7B"/>
      </a:accent2>
      <a:accent3>
        <a:srgbClr val="6E9960"/>
      </a:accent3>
      <a:accent4>
        <a:srgbClr val="444746"/>
      </a:accent4>
      <a:accent5>
        <a:srgbClr val="CDC7B9"/>
      </a:accent5>
      <a:accent6>
        <a:srgbClr val="F5F5F5"/>
      </a:accent6>
      <a:hlink>
        <a:srgbClr val="577D4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TotalTime>
  <Words>472</Words>
  <Application>Microsoft Office PowerPoint</Application>
  <PresentationFormat>On-screen Show (16:9)</PresentationFormat>
  <Paragraphs>106</Paragraphs>
  <Slides>10</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Arial</vt:lpstr>
      <vt:lpstr>Manrope SemiBold</vt:lpstr>
      <vt:lpstr>Anton</vt:lpstr>
      <vt:lpstr>Manrope Light</vt:lpstr>
      <vt:lpstr>Manrope</vt:lpstr>
      <vt:lpstr>Manrope Medium</vt:lpstr>
      <vt:lpstr>Manrope ExtraBold</vt:lpstr>
      <vt:lpstr>Calibri</vt:lpstr>
      <vt:lpstr>PAPER AGENDA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Anamika A</cp:lastModifiedBy>
  <cp:revision>7</cp:revision>
  <dcterms:modified xsi:type="dcterms:W3CDTF">2026-04-28T05:26:35Z</dcterms:modified>
</cp:coreProperties>
</file>